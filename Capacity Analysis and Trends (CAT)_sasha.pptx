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7" r:id="rId2"/>
    <p:sldId id="289" r:id="rId3"/>
    <p:sldId id="297" r:id="rId4"/>
    <p:sldId id="299" r:id="rId5"/>
    <p:sldId id="301" r:id="rId6"/>
    <p:sldId id="302" r:id="rId7"/>
    <p:sldId id="300" r:id="rId8"/>
    <p:sldId id="281" r:id="rId9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81AE"/>
    <a:srgbClr val="ED8000"/>
    <a:srgbClr val="00602B"/>
    <a:srgbClr val="898989"/>
    <a:srgbClr val="000000"/>
    <a:srgbClr val="0C84E8"/>
    <a:srgbClr val="3875CE"/>
    <a:srgbClr val="1B558A"/>
    <a:srgbClr val="0096D2"/>
    <a:srgbClr val="0C7DE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2" autoAdjust="0"/>
    <p:restoredTop sz="94595" autoAdjust="0"/>
  </p:normalViewPr>
  <p:slideViewPr>
    <p:cSldViewPr snapToGrid="0">
      <p:cViewPr varScale="1">
        <p:scale>
          <a:sx n="93" d="100"/>
          <a:sy n="93" d="100"/>
        </p:scale>
        <p:origin x="-996" y="-96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Sapartsi\Desktop\Local_CAT\xl\new\cbbtrrb1\PeakHour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Sapartsi\Desktop\Local_CAT\analysis\xl_1\GF_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scatterChart>
        <c:scatterStyle val="smoothMarker"/>
        <c:ser>
          <c:idx val="0"/>
          <c:order val="0"/>
          <c:tx>
            <c:strRef>
              <c:f>Results!$P$59</c:f>
              <c:strCache>
                <c:ptCount val="1"/>
                <c:pt idx="0">
                  <c:v>CDF</c:v>
                </c:pt>
              </c:strCache>
            </c:strRef>
          </c:tx>
          <c:marker>
            <c:symbol val="none"/>
          </c:marker>
          <c:xVal>
            <c:numRef>
              <c:f>Results!$O$60:$O$71</c:f>
              <c:numCache>
                <c:formatCode>0</c:formatCode>
                <c:ptCount val="12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75</c:v>
                </c:pt>
                <c:pt idx="7">
                  <c:v>80</c:v>
                </c:pt>
                <c:pt idx="8">
                  <c:v>85</c:v>
                </c:pt>
                <c:pt idx="9">
                  <c:v>90</c:v>
                </c:pt>
                <c:pt idx="10">
                  <c:v>95</c:v>
                </c:pt>
                <c:pt idx="11">
                  <c:v>100</c:v>
                </c:pt>
              </c:numCache>
            </c:numRef>
          </c:xVal>
          <c:yVal>
            <c:numRef>
              <c:f>Results!$P$60:$P$71</c:f>
              <c:numCache>
                <c:formatCode>0.00</c:formatCode>
                <c:ptCount val="12"/>
                <c:pt idx="0">
                  <c:v>5.2933729126057871E-3</c:v>
                </c:pt>
                <c:pt idx="1">
                  <c:v>4.730414830702584E-2</c:v>
                </c:pt>
                <c:pt idx="2">
                  <c:v>0.19174945016331063</c:v>
                </c:pt>
                <c:pt idx="3">
                  <c:v>0.44392420009145683</c:v>
                </c:pt>
                <c:pt idx="4">
                  <c:v>0.70226035523334596</c:v>
                </c:pt>
                <c:pt idx="5">
                  <c:v>0.87555126787255499</c:v>
                </c:pt>
                <c:pt idx="6">
                  <c:v>0.95838199207886277</c:v>
                </c:pt>
                <c:pt idx="7">
                  <c:v>0.98851691371007355</c:v>
                </c:pt>
                <c:pt idx="8">
                  <c:v>0.99730645007987184</c:v>
                </c:pt>
                <c:pt idx="9">
                  <c:v>0.99944833191396487</c:v>
                </c:pt>
                <c:pt idx="10">
                  <c:v>0.99989905509121901</c:v>
                </c:pt>
                <c:pt idx="11">
                  <c:v>0.99998317428943562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Results!$Q$59</c:f>
              <c:strCache>
                <c:ptCount val="1"/>
                <c:pt idx="0">
                  <c:v>Error Function</c:v>
                </c:pt>
              </c:strCache>
            </c:strRef>
          </c:tx>
          <c:marker>
            <c:symbol val="none"/>
          </c:marker>
          <c:xVal>
            <c:numRef>
              <c:f>Results!$O$60:$O$71</c:f>
              <c:numCache>
                <c:formatCode>0</c:formatCode>
                <c:ptCount val="12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75</c:v>
                </c:pt>
                <c:pt idx="7">
                  <c:v>80</c:v>
                </c:pt>
                <c:pt idx="8">
                  <c:v>85</c:v>
                </c:pt>
                <c:pt idx="9">
                  <c:v>90</c:v>
                </c:pt>
                <c:pt idx="10">
                  <c:v>95</c:v>
                </c:pt>
                <c:pt idx="11">
                  <c:v>100</c:v>
                </c:pt>
              </c:numCache>
            </c:numRef>
          </c:xVal>
          <c:yVal>
            <c:numRef>
              <c:f>Results!$Q$60:$Q$71</c:f>
              <c:numCache>
                <c:formatCode>0.00%</c:formatCode>
                <c:ptCount val="12"/>
                <c:pt idx="0">
                  <c:v>0.99470662708739421</c:v>
                </c:pt>
                <c:pt idx="1">
                  <c:v>0.95269585169297422</c:v>
                </c:pt>
                <c:pt idx="2">
                  <c:v>0.80825054983668942</c:v>
                </c:pt>
                <c:pt idx="3">
                  <c:v>0.55607579990854317</c:v>
                </c:pt>
                <c:pt idx="4">
                  <c:v>0.29773964476665404</c:v>
                </c:pt>
                <c:pt idx="5">
                  <c:v>0.12444873212744501</c:v>
                </c:pt>
                <c:pt idx="6">
                  <c:v>4.1618007921137234E-2</c:v>
                </c:pt>
                <c:pt idx="7">
                  <c:v>1.1483086289926447E-2</c:v>
                </c:pt>
                <c:pt idx="8">
                  <c:v>2.6935499201281576E-3</c:v>
                </c:pt>
                <c:pt idx="9">
                  <c:v>5.5166808603512862E-4</c:v>
                </c:pt>
                <c:pt idx="10">
                  <c:v>1.0094490878098661E-4</c:v>
                </c:pt>
                <c:pt idx="11">
                  <c:v>1.6825710564383201E-5</c:v>
                </c:pt>
              </c:numCache>
            </c:numRef>
          </c:yVal>
          <c:smooth val="1"/>
        </c:ser>
        <c:axId val="122727808"/>
        <c:axId val="122987648"/>
      </c:scatterChart>
      <c:valAx>
        <c:axId val="122727808"/>
        <c:scaling>
          <c:orientation val="minMax"/>
          <c:max val="100"/>
          <c:min val="45"/>
        </c:scaling>
        <c:axPos val="b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CPU%</a:t>
                </a:r>
              </a:p>
            </c:rich>
          </c:tx>
          <c:layout/>
        </c:title>
        <c:numFmt formatCode="0" sourceLinked="1"/>
        <c:tickLblPos val="nextTo"/>
        <c:crossAx val="122987648"/>
        <c:crosses val="autoZero"/>
        <c:crossBetween val="midCat"/>
      </c:valAx>
      <c:valAx>
        <c:axId val="122987648"/>
        <c:scaling>
          <c:orientation val="minMax"/>
          <c:max val="1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Probability</a:t>
                </a:r>
              </a:p>
            </c:rich>
          </c:tx>
          <c:layout/>
        </c:title>
        <c:numFmt formatCode="0.00" sourceLinked="1"/>
        <c:tickLblPos val="nextTo"/>
        <c:crossAx val="122727808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Log-Normal Fit</a:t>
            </a:r>
          </a:p>
        </c:rich>
      </c:tx>
      <c:layout/>
    </c:title>
    <c:plotArea>
      <c:layout/>
      <c:scatterChart>
        <c:scatterStyle val="lineMarker"/>
        <c:ser>
          <c:idx val="0"/>
          <c:order val="0"/>
          <c:tx>
            <c:strRef>
              <c:f>'Log-Normal Fit -8pm(peak)_'!$I$30</c:f>
              <c:strCache>
                <c:ptCount val="1"/>
                <c:pt idx="0">
                  <c:v>Commulative Frequency(Data)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7"/>
            <c:spPr>
              <a:solidFill>
                <a:schemeClr val="accent1"/>
              </a:solidFill>
            </c:spPr>
          </c:marker>
          <c:xVal>
            <c:numRef>
              <c:f>'Log-Normal Fit -8pm(peak)_'!$E$31:$E$172</c:f>
              <c:numCache>
                <c:formatCode>General</c:formatCode>
                <c:ptCount val="142"/>
                <c:pt idx="0">
                  <c:v>3.6635616461296463</c:v>
                </c:pt>
                <c:pt idx="1">
                  <c:v>3.6701926921849877</c:v>
                </c:pt>
                <c:pt idx="2">
                  <c:v>3.6768237382403286</c:v>
                </c:pt>
                <c:pt idx="3">
                  <c:v>3.68345478429567</c:v>
                </c:pt>
                <c:pt idx="4">
                  <c:v>3.6900858303510109</c:v>
                </c:pt>
                <c:pt idx="5">
                  <c:v>3.6967168764063523</c:v>
                </c:pt>
                <c:pt idx="6">
                  <c:v>3.7033479224616932</c:v>
                </c:pt>
                <c:pt idx="7">
                  <c:v>3.7099789685170346</c:v>
                </c:pt>
                <c:pt idx="8">
                  <c:v>3.7166100145723755</c:v>
                </c:pt>
                <c:pt idx="9">
                  <c:v>3.7232410606277169</c:v>
                </c:pt>
                <c:pt idx="10">
                  <c:v>3.7298721066830578</c:v>
                </c:pt>
                <c:pt idx="11">
                  <c:v>3.7365031527383992</c:v>
                </c:pt>
                <c:pt idx="12">
                  <c:v>3.7431341987937401</c:v>
                </c:pt>
                <c:pt idx="13">
                  <c:v>3.7497652448490815</c:v>
                </c:pt>
                <c:pt idx="14">
                  <c:v>3.7563962909044228</c:v>
                </c:pt>
                <c:pt idx="15">
                  <c:v>3.7630273369597638</c:v>
                </c:pt>
                <c:pt idx="16">
                  <c:v>3.7696583830151051</c:v>
                </c:pt>
                <c:pt idx="17">
                  <c:v>3.7762894290704461</c:v>
                </c:pt>
                <c:pt idx="18">
                  <c:v>3.7829204751257874</c:v>
                </c:pt>
                <c:pt idx="19">
                  <c:v>3.7895515211811284</c:v>
                </c:pt>
                <c:pt idx="20">
                  <c:v>3.7961825672364697</c:v>
                </c:pt>
                <c:pt idx="21">
                  <c:v>3.8028136132918107</c:v>
                </c:pt>
                <c:pt idx="22">
                  <c:v>3.809444659347152</c:v>
                </c:pt>
                <c:pt idx="23">
                  <c:v>3.816075705402493</c:v>
                </c:pt>
                <c:pt idx="24">
                  <c:v>3.8227067514578343</c:v>
                </c:pt>
                <c:pt idx="25">
                  <c:v>3.8293377975131753</c:v>
                </c:pt>
                <c:pt idx="26">
                  <c:v>3.8359688435685166</c:v>
                </c:pt>
                <c:pt idx="27">
                  <c:v>3.8425998896238576</c:v>
                </c:pt>
                <c:pt idx="28">
                  <c:v>3.8492309356791989</c:v>
                </c:pt>
                <c:pt idx="29">
                  <c:v>3.8558619817345399</c:v>
                </c:pt>
                <c:pt idx="30">
                  <c:v>3.8624930277898812</c:v>
                </c:pt>
                <c:pt idx="31">
                  <c:v>3.8691240738452226</c:v>
                </c:pt>
                <c:pt idx="32">
                  <c:v>3.8757551199005635</c:v>
                </c:pt>
                <c:pt idx="33">
                  <c:v>3.8823861659559049</c:v>
                </c:pt>
                <c:pt idx="34">
                  <c:v>3.8890172120112458</c:v>
                </c:pt>
                <c:pt idx="35">
                  <c:v>3.8956482580665872</c:v>
                </c:pt>
                <c:pt idx="36">
                  <c:v>3.9022793041219281</c:v>
                </c:pt>
                <c:pt idx="37">
                  <c:v>3.9089103501772695</c:v>
                </c:pt>
                <c:pt idx="38">
                  <c:v>3.9155413962326104</c:v>
                </c:pt>
                <c:pt idx="39">
                  <c:v>3.9221724422879518</c:v>
                </c:pt>
                <c:pt idx="40">
                  <c:v>3.9288034883432927</c:v>
                </c:pt>
                <c:pt idx="41">
                  <c:v>3.9354345343986341</c:v>
                </c:pt>
                <c:pt idx="42">
                  <c:v>3.942065580453975</c:v>
                </c:pt>
                <c:pt idx="43">
                  <c:v>3.9486966265093164</c:v>
                </c:pt>
                <c:pt idx="44">
                  <c:v>3.9553276725646578</c:v>
                </c:pt>
                <c:pt idx="45">
                  <c:v>3.9619587186199987</c:v>
                </c:pt>
                <c:pt idx="46">
                  <c:v>3.9685897646753401</c:v>
                </c:pt>
                <c:pt idx="47">
                  <c:v>3.975220810730681</c:v>
                </c:pt>
                <c:pt idx="48">
                  <c:v>3.9818518567860224</c:v>
                </c:pt>
                <c:pt idx="49">
                  <c:v>3.9884829028413633</c:v>
                </c:pt>
                <c:pt idx="50">
                  <c:v>3.9951139488967047</c:v>
                </c:pt>
                <c:pt idx="51">
                  <c:v>4.0017449949520456</c:v>
                </c:pt>
                <c:pt idx="52">
                  <c:v>4.008376041007387</c:v>
                </c:pt>
                <c:pt idx="53">
                  <c:v>4.0150070870627284</c:v>
                </c:pt>
                <c:pt idx="54">
                  <c:v>4.0216381331180688</c:v>
                </c:pt>
                <c:pt idx="55">
                  <c:v>4.0282691791734102</c:v>
                </c:pt>
                <c:pt idx="56">
                  <c:v>4.0349002252287516</c:v>
                </c:pt>
                <c:pt idx="57">
                  <c:v>4.041531271284093</c:v>
                </c:pt>
                <c:pt idx="58">
                  <c:v>4.0481623173394343</c:v>
                </c:pt>
                <c:pt idx="59">
                  <c:v>4.0547933633947748</c:v>
                </c:pt>
                <c:pt idx="60">
                  <c:v>4.0614244094501162</c:v>
                </c:pt>
                <c:pt idx="61">
                  <c:v>4.0680554555054576</c:v>
                </c:pt>
                <c:pt idx="62">
                  <c:v>4.0746865015607989</c:v>
                </c:pt>
                <c:pt idx="63">
                  <c:v>4.0813175476161394</c:v>
                </c:pt>
                <c:pt idx="64">
                  <c:v>4.0879485936714808</c:v>
                </c:pt>
                <c:pt idx="65">
                  <c:v>4.0945796397268222</c:v>
                </c:pt>
                <c:pt idx="66">
                  <c:v>4.1012106857821635</c:v>
                </c:pt>
                <c:pt idx="67">
                  <c:v>4.107841731837504</c:v>
                </c:pt>
                <c:pt idx="68">
                  <c:v>4.1144727778928454</c:v>
                </c:pt>
                <c:pt idx="69">
                  <c:v>4.1211038239481868</c:v>
                </c:pt>
                <c:pt idx="70">
                  <c:v>4.1277348700035281</c:v>
                </c:pt>
                <c:pt idx="71">
                  <c:v>4.1343659160588686</c:v>
                </c:pt>
                <c:pt idx="72">
                  <c:v>4.14099696211421</c:v>
                </c:pt>
                <c:pt idx="73">
                  <c:v>4.1476280081695514</c:v>
                </c:pt>
                <c:pt idx="74">
                  <c:v>4.1542590542248927</c:v>
                </c:pt>
                <c:pt idx="75">
                  <c:v>4.1608901002802341</c:v>
                </c:pt>
                <c:pt idx="76">
                  <c:v>4.1675211463355746</c:v>
                </c:pt>
                <c:pt idx="77">
                  <c:v>4.1741521923909159</c:v>
                </c:pt>
                <c:pt idx="78">
                  <c:v>4.1807832384462573</c:v>
                </c:pt>
                <c:pt idx="79">
                  <c:v>4.1874142845015987</c:v>
                </c:pt>
                <c:pt idx="80">
                  <c:v>4.1940453305569392</c:v>
                </c:pt>
                <c:pt idx="81">
                  <c:v>4.2006763766122805</c:v>
                </c:pt>
                <c:pt idx="82">
                  <c:v>4.2073074226676219</c:v>
                </c:pt>
                <c:pt idx="83">
                  <c:v>4.2139384687229633</c:v>
                </c:pt>
                <c:pt idx="84">
                  <c:v>4.2205695147783047</c:v>
                </c:pt>
                <c:pt idx="85">
                  <c:v>4.2272005608336451</c:v>
                </c:pt>
                <c:pt idx="86">
                  <c:v>4.2338316068889865</c:v>
                </c:pt>
                <c:pt idx="87">
                  <c:v>4.2404626529443279</c:v>
                </c:pt>
                <c:pt idx="88">
                  <c:v>4.2470936989996684</c:v>
                </c:pt>
                <c:pt idx="89">
                  <c:v>4.2537247450550097</c:v>
                </c:pt>
                <c:pt idx="90">
                  <c:v>4.2603557911103511</c:v>
                </c:pt>
                <c:pt idx="91">
                  <c:v>4.2669868371656925</c:v>
                </c:pt>
                <c:pt idx="92">
                  <c:v>4.2736178832210339</c:v>
                </c:pt>
                <c:pt idx="93">
                  <c:v>4.2802489292763743</c:v>
                </c:pt>
                <c:pt idx="94">
                  <c:v>4.2868799753317157</c:v>
                </c:pt>
                <c:pt idx="95">
                  <c:v>4.2935110213870571</c:v>
                </c:pt>
                <c:pt idx="96">
                  <c:v>4.3001420674423985</c:v>
                </c:pt>
                <c:pt idx="97">
                  <c:v>4.3067731134977389</c:v>
                </c:pt>
                <c:pt idx="98">
                  <c:v>4.3134041595530803</c:v>
                </c:pt>
                <c:pt idx="99">
                  <c:v>4.3200352056084217</c:v>
                </c:pt>
                <c:pt idx="100">
                  <c:v>4.3266662516637631</c:v>
                </c:pt>
                <c:pt idx="101">
                  <c:v>4.3332972977191044</c:v>
                </c:pt>
                <c:pt idx="102">
                  <c:v>4.3399283437744449</c:v>
                </c:pt>
                <c:pt idx="103">
                  <c:v>4.3465593898297863</c:v>
                </c:pt>
                <c:pt idx="104">
                  <c:v>4.3531904358851277</c:v>
                </c:pt>
                <c:pt idx="105">
                  <c:v>4.359821481940469</c:v>
                </c:pt>
                <c:pt idx="106">
                  <c:v>4.3664525279958095</c:v>
                </c:pt>
                <c:pt idx="107">
                  <c:v>4.3730835740511509</c:v>
                </c:pt>
                <c:pt idx="108">
                  <c:v>4.3797146201064923</c:v>
                </c:pt>
                <c:pt idx="109">
                  <c:v>4.3863456661618336</c:v>
                </c:pt>
                <c:pt idx="110">
                  <c:v>4.3929767122171741</c:v>
                </c:pt>
                <c:pt idx="111">
                  <c:v>4.3996077582725155</c:v>
                </c:pt>
                <c:pt idx="112">
                  <c:v>4.4062388043278569</c:v>
                </c:pt>
                <c:pt idx="113">
                  <c:v>4.4128698503831982</c:v>
                </c:pt>
                <c:pt idx="114">
                  <c:v>4.4195008964385387</c:v>
                </c:pt>
                <c:pt idx="115">
                  <c:v>4.4261319424938801</c:v>
                </c:pt>
                <c:pt idx="116">
                  <c:v>4.4327629885492215</c:v>
                </c:pt>
                <c:pt idx="117">
                  <c:v>4.4393940346045628</c:v>
                </c:pt>
                <c:pt idx="118">
                  <c:v>4.4460250806599042</c:v>
                </c:pt>
                <c:pt idx="119">
                  <c:v>4.4526561267152447</c:v>
                </c:pt>
                <c:pt idx="120">
                  <c:v>4.4592871727705861</c:v>
                </c:pt>
                <c:pt idx="121">
                  <c:v>4.4659182188259274</c:v>
                </c:pt>
                <c:pt idx="122">
                  <c:v>4.4725492648812688</c:v>
                </c:pt>
                <c:pt idx="123">
                  <c:v>4.4791803109366093</c:v>
                </c:pt>
                <c:pt idx="124">
                  <c:v>4.4858113569919507</c:v>
                </c:pt>
                <c:pt idx="125">
                  <c:v>4.492442403047292</c:v>
                </c:pt>
                <c:pt idx="126">
                  <c:v>4.4990734491026334</c:v>
                </c:pt>
                <c:pt idx="127">
                  <c:v>4.5057044951579748</c:v>
                </c:pt>
                <c:pt idx="128">
                  <c:v>4.5123355412133153</c:v>
                </c:pt>
                <c:pt idx="129">
                  <c:v>4.5189665872686566</c:v>
                </c:pt>
                <c:pt idx="130">
                  <c:v>4.525597633323998</c:v>
                </c:pt>
                <c:pt idx="131">
                  <c:v>4.5322286793793385</c:v>
                </c:pt>
                <c:pt idx="132">
                  <c:v>4.5388597254346799</c:v>
                </c:pt>
                <c:pt idx="133">
                  <c:v>4.5454907714900212</c:v>
                </c:pt>
                <c:pt idx="134">
                  <c:v>4.5521218175453626</c:v>
                </c:pt>
                <c:pt idx="135">
                  <c:v>4.558752863600704</c:v>
                </c:pt>
                <c:pt idx="136">
                  <c:v>4.5653839096560445</c:v>
                </c:pt>
                <c:pt idx="137">
                  <c:v>4.5720149557113858</c:v>
                </c:pt>
                <c:pt idx="138">
                  <c:v>4.5786460017667272</c:v>
                </c:pt>
                <c:pt idx="139">
                  <c:v>4.5852770478220686</c:v>
                </c:pt>
                <c:pt idx="140">
                  <c:v>4.5919080938774091</c:v>
                </c:pt>
                <c:pt idx="141">
                  <c:v>4.5985391399327504</c:v>
                </c:pt>
              </c:numCache>
            </c:numRef>
          </c:xVal>
          <c:yVal>
            <c:numRef>
              <c:f>'Log-Normal Fit -8pm(peak)_'!$I$31:$I$172</c:f>
              <c:numCache>
                <c:formatCode>0.0000</c:formatCode>
                <c:ptCount val="142"/>
                <c:pt idx="0">
                  <c:v>9.9014802713005601E-5</c:v>
                </c:pt>
                <c:pt idx="1">
                  <c:v>9.9014802713005601E-5</c:v>
                </c:pt>
                <c:pt idx="2">
                  <c:v>9.9014802713005601E-5</c:v>
                </c:pt>
                <c:pt idx="3">
                  <c:v>9.9014802713005601E-5</c:v>
                </c:pt>
                <c:pt idx="4">
                  <c:v>2.4753700678251399E-4</c:v>
                </c:pt>
                <c:pt idx="5">
                  <c:v>2.4753700678251399E-4</c:v>
                </c:pt>
                <c:pt idx="6">
                  <c:v>2.4753700678251399E-4</c:v>
                </c:pt>
                <c:pt idx="7">
                  <c:v>2.4753700678251399E-4</c:v>
                </c:pt>
                <c:pt idx="8">
                  <c:v>4.9507401356502798E-4</c:v>
                </c:pt>
                <c:pt idx="9">
                  <c:v>4.9507401356502798E-4</c:v>
                </c:pt>
                <c:pt idx="10">
                  <c:v>4.9507401356502798E-4</c:v>
                </c:pt>
                <c:pt idx="11">
                  <c:v>4.9507401356502798E-4</c:v>
                </c:pt>
                <c:pt idx="12">
                  <c:v>1.5347294420515866E-3</c:v>
                </c:pt>
                <c:pt idx="13">
                  <c:v>1.5347294420515866E-3</c:v>
                </c:pt>
                <c:pt idx="14">
                  <c:v>1.5347294420515866E-3</c:v>
                </c:pt>
                <c:pt idx="15">
                  <c:v>3.8120699044507152E-3</c:v>
                </c:pt>
                <c:pt idx="16">
                  <c:v>3.8120699044507152E-3</c:v>
                </c:pt>
                <c:pt idx="17">
                  <c:v>3.8120699044507152E-3</c:v>
                </c:pt>
                <c:pt idx="18">
                  <c:v>3.8120699044507152E-3</c:v>
                </c:pt>
                <c:pt idx="19">
                  <c:v>7.9211842170404476E-3</c:v>
                </c:pt>
                <c:pt idx="20">
                  <c:v>7.9211842170404476E-3</c:v>
                </c:pt>
                <c:pt idx="21">
                  <c:v>7.9211842170404476E-3</c:v>
                </c:pt>
                <c:pt idx="22">
                  <c:v>1.4951235209663846E-2</c:v>
                </c:pt>
                <c:pt idx="23">
                  <c:v>1.4951235209663846E-2</c:v>
                </c:pt>
                <c:pt idx="24">
                  <c:v>1.4951235209663846E-2</c:v>
                </c:pt>
                <c:pt idx="25">
                  <c:v>2.460517847418189E-2</c:v>
                </c:pt>
                <c:pt idx="26">
                  <c:v>2.460517847418189E-2</c:v>
                </c:pt>
                <c:pt idx="27">
                  <c:v>2.460517847418189E-2</c:v>
                </c:pt>
                <c:pt idx="28">
                  <c:v>2.460517847418189E-2</c:v>
                </c:pt>
                <c:pt idx="29">
                  <c:v>3.7922669439081146E-2</c:v>
                </c:pt>
                <c:pt idx="30">
                  <c:v>3.7922669439081146E-2</c:v>
                </c:pt>
                <c:pt idx="31">
                  <c:v>3.7922669439081146E-2</c:v>
                </c:pt>
                <c:pt idx="32">
                  <c:v>5.6983018961334717E-2</c:v>
                </c:pt>
                <c:pt idx="33">
                  <c:v>5.6983018961334717E-2</c:v>
                </c:pt>
                <c:pt idx="34">
                  <c:v>5.6983018961334717E-2</c:v>
                </c:pt>
                <c:pt idx="35">
                  <c:v>8.2182286251794648E-2</c:v>
                </c:pt>
                <c:pt idx="36">
                  <c:v>8.2182286251794648E-2</c:v>
                </c:pt>
                <c:pt idx="37">
                  <c:v>8.2182286251794648E-2</c:v>
                </c:pt>
                <c:pt idx="38">
                  <c:v>0.1115401752562008</c:v>
                </c:pt>
                <c:pt idx="39">
                  <c:v>0.1115401752562008</c:v>
                </c:pt>
                <c:pt idx="40">
                  <c:v>0.1115401752562008</c:v>
                </c:pt>
                <c:pt idx="41">
                  <c:v>0.14792811525323035</c:v>
                </c:pt>
                <c:pt idx="42">
                  <c:v>0.14792811525323035</c:v>
                </c:pt>
                <c:pt idx="43">
                  <c:v>0.14792811525323035</c:v>
                </c:pt>
                <c:pt idx="44">
                  <c:v>0.18887073617505817</c:v>
                </c:pt>
                <c:pt idx="45">
                  <c:v>0.18887073617505817</c:v>
                </c:pt>
                <c:pt idx="46">
                  <c:v>0.18887073617505817</c:v>
                </c:pt>
                <c:pt idx="47">
                  <c:v>0.23461557502846675</c:v>
                </c:pt>
                <c:pt idx="48">
                  <c:v>0.23461557502846675</c:v>
                </c:pt>
                <c:pt idx="49">
                  <c:v>0.23461557502846675</c:v>
                </c:pt>
                <c:pt idx="50">
                  <c:v>0.28590524283380364</c:v>
                </c:pt>
                <c:pt idx="51">
                  <c:v>0.28590524283380364</c:v>
                </c:pt>
                <c:pt idx="52">
                  <c:v>0.3414030397544433</c:v>
                </c:pt>
                <c:pt idx="53">
                  <c:v>0.3414030397544433</c:v>
                </c:pt>
                <c:pt idx="54">
                  <c:v>0.3414030397544433</c:v>
                </c:pt>
                <c:pt idx="55">
                  <c:v>0.39586118124659636</c:v>
                </c:pt>
                <c:pt idx="56">
                  <c:v>0.39586118124659636</c:v>
                </c:pt>
                <c:pt idx="57">
                  <c:v>0.39586118124659636</c:v>
                </c:pt>
                <c:pt idx="58">
                  <c:v>0.45294321501064411</c:v>
                </c:pt>
                <c:pt idx="59">
                  <c:v>0.45294321501064411</c:v>
                </c:pt>
                <c:pt idx="60">
                  <c:v>0.5096786969651963</c:v>
                </c:pt>
                <c:pt idx="61">
                  <c:v>0.5096786969651963</c:v>
                </c:pt>
                <c:pt idx="62">
                  <c:v>0.50972820436655275</c:v>
                </c:pt>
                <c:pt idx="63">
                  <c:v>0.56844398237536509</c:v>
                </c:pt>
                <c:pt idx="64">
                  <c:v>0.56844398237536509</c:v>
                </c:pt>
                <c:pt idx="65">
                  <c:v>0.61805039853458088</c:v>
                </c:pt>
                <c:pt idx="66">
                  <c:v>0.61805039853458088</c:v>
                </c:pt>
                <c:pt idx="67">
                  <c:v>0.61805039853458088</c:v>
                </c:pt>
                <c:pt idx="68">
                  <c:v>0.66785484429922271</c:v>
                </c:pt>
                <c:pt idx="69">
                  <c:v>0.66785484429922271</c:v>
                </c:pt>
                <c:pt idx="70">
                  <c:v>0.71300559433635324</c:v>
                </c:pt>
                <c:pt idx="71">
                  <c:v>0.71300559433635324</c:v>
                </c:pt>
                <c:pt idx="72">
                  <c:v>0.71300559433635324</c:v>
                </c:pt>
                <c:pt idx="73">
                  <c:v>0.75157185999306897</c:v>
                </c:pt>
                <c:pt idx="74">
                  <c:v>0.75157185999306897</c:v>
                </c:pt>
                <c:pt idx="75">
                  <c:v>0.78855388880637656</c:v>
                </c:pt>
                <c:pt idx="76">
                  <c:v>0.78855388880637656</c:v>
                </c:pt>
                <c:pt idx="77">
                  <c:v>0.78855388880637656</c:v>
                </c:pt>
                <c:pt idx="78">
                  <c:v>0.82533788801425811</c:v>
                </c:pt>
                <c:pt idx="79">
                  <c:v>0.82533788801425811</c:v>
                </c:pt>
                <c:pt idx="80">
                  <c:v>0.85375513639289069</c:v>
                </c:pt>
                <c:pt idx="81">
                  <c:v>0.85375513639289069</c:v>
                </c:pt>
                <c:pt idx="82">
                  <c:v>0.87850883707114213</c:v>
                </c:pt>
                <c:pt idx="83">
                  <c:v>0.87850883707114213</c:v>
                </c:pt>
                <c:pt idx="84">
                  <c:v>0.89841081241645626</c:v>
                </c:pt>
                <c:pt idx="85">
                  <c:v>0.89841081241645626</c:v>
                </c:pt>
                <c:pt idx="86">
                  <c:v>0.89841081241645626</c:v>
                </c:pt>
                <c:pt idx="87">
                  <c:v>0.91707510272785786</c:v>
                </c:pt>
                <c:pt idx="88">
                  <c:v>0.91707510272785786</c:v>
                </c:pt>
                <c:pt idx="89">
                  <c:v>0.93202633793752165</c:v>
                </c:pt>
                <c:pt idx="90">
                  <c:v>0.93202633793752165</c:v>
                </c:pt>
                <c:pt idx="91">
                  <c:v>0.94583890291598594</c:v>
                </c:pt>
                <c:pt idx="92">
                  <c:v>0.94583890291598594</c:v>
                </c:pt>
                <c:pt idx="93">
                  <c:v>0.95628496460220802</c:v>
                </c:pt>
                <c:pt idx="94">
                  <c:v>0.95628496460220802</c:v>
                </c:pt>
                <c:pt idx="95">
                  <c:v>0.96400811921382246</c:v>
                </c:pt>
                <c:pt idx="96">
                  <c:v>0.96400811921382246</c:v>
                </c:pt>
                <c:pt idx="97">
                  <c:v>0.97183028862814991</c:v>
                </c:pt>
                <c:pt idx="98">
                  <c:v>0.97183028862814991</c:v>
                </c:pt>
                <c:pt idx="99">
                  <c:v>0.97692955096786971</c:v>
                </c:pt>
                <c:pt idx="100">
                  <c:v>0.97692955096786971</c:v>
                </c:pt>
                <c:pt idx="101">
                  <c:v>0.9813357096885984</c:v>
                </c:pt>
                <c:pt idx="102">
                  <c:v>0.9813357096885984</c:v>
                </c:pt>
                <c:pt idx="103">
                  <c:v>0.98475172038219716</c:v>
                </c:pt>
                <c:pt idx="104">
                  <c:v>0.98475172038219716</c:v>
                </c:pt>
                <c:pt idx="105">
                  <c:v>0.98811822367443936</c:v>
                </c:pt>
                <c:pt idx="106">
                  <c:v>0.98811822367443936</c:v>
                </c:pt>
                <c:pt idx="107">
                  <c:v>0.99079162334769044</c:v>
                </c:pt>
                <c:pt idx="108">
                  <c:v>0.99079162334769044</c:v>
                </c:pt>
                <c:pt idx="109">
                  <c:v>0.99242536759245503</c:v>
                </c:pt>
                <c:pt idx="110">
                  <c:v>0.99242536759245503</c:v>
                </c:pt>
                <c:pt idx="111">
                  <c:v>0.99391058963315015</c:v>
                </c:pt>
                <c:pt idx="112">
                  <c:v>0.99391058963315015</c:v>
                </c:pt>
                <c:pt idx="113">
                  <c:v>0.99529679687113226</c:v>
                </c:pt>
                <c:pt idx="114">
                  <c:v>0.99613842269419273</c:v>
                </c:pt>
                <c:pt idx="115">
                  <c:v>0.99613842269419273</c:v>
                </c:pt>
                <c:pt idx="116">
                  <c:v>0.99693054111589685</c:v>
                </c:pt>
                <c:pt idx="117">
                  <c:v>0.99693054111589685</c:v>
                </c:pt>
                <c:pt idx="118">
                  <c:v>0.99777216693895743</c:v>
                </c:pt>
                <c:pt idx="119">
                  <c:v>0.99777216693895743</c:v>
                </c:pt>
                <c:pt idx="120">
                  <c:v>0.99856428536066144</c:v>
                </c:pt>
                <c:pt idx="121">
                  <c:v>0.99876231496608747</c:v>
                </c:pt>
                <c:pt idx="122">
                  <c:v>0.99876231496608747</c:v>
                </c:pt>
                <c:pt idx="123">
                  <c:v>0.99900985197286996</c:v>
                </c:pt>
                <c:pt idx="124">
                  <c:v>0.99900985197286996</c:v>
                </c:pt>
                <c:pt idx="125">
                  <c:v>0.999306896381009</c:v>
                </c:pt>
                <c:pt idx="126">
                  <c:v>0.999306896381009</c:v>
                </c:pt>
                <c:pt idx="127">
                  <c:v>0.99950492598643492</c:v>
                </c:pt>
                <c:pt idx="128">
                  <c:v>0.99970295559186095</c:v>
                </c:pt>
                <c:pt idx="129">
                  <c:v>0.99970295559186095</c:v>
                </c:pt>
                <c:pt idx="130">
                  <c:v>0.99975246299321752</c:v>
                </c:pt>
                <c:pt idx="131">
                  <c:v>0.99975246299321752</c:v>
                </c:pt>
                <c:pt idx="132">
                  <c:v>0.99985147779593053</c:v>
                </c:pt>
                <c:pt idx="133">
                  <c:v>0.99985147779593053</c:v>
                </c:pt>
                <c:pt idx="134">
                  <c:v>0.99985147779593053</c:v>
                </c:pt>
                <c:pt idx="135">
                  <c:v>0.99995049259864355</c:v>
                </c:pt>
                <c:pt idx="136">
                  <c:v>0.99995049259864355</c:v>
                </c:pt>
                <c:pt idx="137">
                  <c:v>0.99995049259864355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</c:numCache>
            </c:numRef>
          </c:yVal>
        </c:ser>
        <c:ser>
          <c:idx val="1"/>
          <c:order val="1"/>
          <c:tx>
            <c:strRef>
              <c:f>'Log-Normal Fit -8pm(peak)_'!$J$30</c:f>
              <c:strCache>
                <c:ptCount val="1"/>
                <c:pt idx="0">
                  <c:v>Commulative Normal Distribution (Predicted)</c:v>
                </c:pt>
              </c:strCache>
            </c:strRef>
          </c:tx>
          <c:xVal>
            <c:numRef>
              <c:f>'Log-Normal Fit -8pm(peak)_'!$E$31:$E$172</c:f>
              <c:numCache>
                <c:formatCode>General</c:formatCode>
                <c:ptCount val="142"/>
                <c:pt idx="0">
                  <c:v>3.6635616461296463</c:v>
                </c:pt>
                <c:pt idx="1">
                  <c:v>3.6701926921849877</c:v>
                </c:pt>
                <c:pt idx="2">
                  <c:v>3.6768237382403286</c:v>
                </c:pt>
                <c:pt idx="3">
                  <c:v>3.68345478429567</c:v>
                </c:pt>
                <c:pt idx="4">
                  <c:v>3.6900858303510109</c:v>
                </c:pt>
                <c:pt idx="5">
                  <c:v>3.6967168764063523</c:v>
                </c:pt>
                <c:pt idx="6">
                  <c:v>3.7033479224616932</c:v>
                </c:pt>
                <c:pt idx="7">
                  <c:v>3.7099789685170346</c:v>
                </c:pt>
                <c:pt idx="8">
                  <c:v>3.7166100145723755</c:v>
                </c:pt>
                <c:pt idx="9">
                  <c:v>3.7232410606277169</c:v>
                </c:pt>
                <c:pt idx="10">
                  <c:v>3.7298721066830578</c:v>
                </c:pt>
                <c:pt idx="11">
                  <c:v>3.7365031527383992</c:v>
                </c:pt>
                <c:pt idx="12">
                  <c:v>3.7431341987937401</c:v>
                </c:pt>
                <c:pt idx="13">
                  <c:v>3.7497652448490815</c:v>
                </c:pt>
                <c:pt idx="14">
                  <c:v>3.7563962909044228</c:v>
                </c:pt>
                <c:pt idx="15">
                  <c:v>3.7630273369597638</c:v>
                </c:pt>
                <c:pt idx="16">
                  <c:v>3.7696583830151051</c:v>
                </c:pt>
                <c:pt idx="17">
                  <c:v>3.7762894290704461</c:v>
                </c:pt>
                <c:pt idx="18">
                  <c:v>3.7829204751257874</c:v>
                </c:pt>
                <c:pt idx="19">
                  <c:v>3.7895515211811284</c:v>
                </c:pt>
                <c:pt idx="20">
                  <c:v>3.7961825672364697</c:v>
                </c:pt>
                <c:pt idx="21">
                  <c:v>3.8028136132918107</c:v>
                </c:pt>
                <c:pt idx="22">
                  <c:v>3.809444659347152</c:v>
                </c:pt>
                <c:pt idx="23">
                  <c:v>3.816075705402493</c:v>
                </c:pt>
                <c:pt idx="24">
                  <c:v>3.8227067514578343</c:v>
                </c:pt>
                <c:pt idx="25">
                  <c:v>3.8293377975131753</c:v>
                </c:pt>
                <c:pt idx="26">
                  <c:v>3.8359688435685166</c:v>
                </c:pt>
                <c:pt idx="27">
                  <c:v>3.8425998896238576</c:v>
                </c:pt>
                <c:pt idx="28">
                  <c:v>3.8492309356791989</c:v>
                </c:pt>
                <c:pt idx="29">
                  <c:v>3.8558619817345399</c:v>
                </c:pt>
                <c:pt idx="30">
                  <c:v>3.8624930277898812</c:v>
                </c:pt>
                <c:pt idx="31">
                  <c:v>3.8691240738452226</c:v>
                </c:pt>
                <c:pt idx="32">
                  <c:v>3.8757551199005635</c:v>
                </c:pt>
                <c:pt idx="33">
                  <c:v>3.8823861659559049</c:v>
                </c:pt>
                <c:pt idx="34">
                  <c:v>3.8890172120112458</c:v>
                </c:pt>
                <c:pt idx="35">
                  <c:v>3.8956482580665872</c:v>
                </c:pt>
                <c:pt idx="36">
                  <c:v>3.9022793041219281</c:v>
                </c:pt>
                <c:pt idx="37">
                  <c:v>3.9089103501772695</c:v>
                </c:pt>
                <c:pt idx="38">
                  <c:v>3.9155413962326104</c:v>
                </c:pt>
                <c:pt idx="39">
                  <c:v>3.9221724422879518</c:v>
                </c:pt>
                <c:pt idx="40">
                  <c:v>3.9288034883432927</c:v>
                </c:pt>
                <c:pt idx="41">
                  <c:v>3.9354345343986341</c:v>
                </c:pt>
                <c:pt idx="42">
                  <c:v>3.942065580453975</c:v>
                </c:pt>
                <c:pt idx="43">
                  <c:v>3.9486966265093164</c:v>
                </c:pt>
                <c:pt idx="44">
                  <c:v>3.9553276725646578</c:v>
                </c:pt>
                <c:pt idx="45">
                  <c:v>3.9619587186199987</c:v>
                </c:pt>
                <c:pt idx="46">
                  <c:v>3.9685897646753401</c:v>
                </c:pt>
                <c:pt idx="47">
                  <c:v>3.975220810730681</c:v>
                </c:pt>
                <c:pt idx="48">
                  <c:v>3.9818518567860224</c:v>
                </c:pt>
                <c:pt idx="49">
                  <c:v>3.9884829028413633</c:v>
                </c:pt>
                <c:pt idx="50">
                  <c:v>3.9951139488967047</c:v>
                </c:pt>
                <c:pt idx="51">
                  <c:v>4.0017449949520456</c:v>
                </c:pt>
                <c:pt idx="52">
                  <c:v>4.008376041007387</c:v>
                </c:pt>
                <c:pt idx="53">
                  <c:v>4.0150070870627284</c:v>
                </c:pt>
                <c:pt idx="54">
                  <c:v>4.0216381331180688</c:v>
                </c:pt>
                <c:pt idx="55">
                  <c:v>4.0282691791734102</c:v>
                </c:pt>
                <c:pt idx="56">
                  <c:v>4.0349002252287516</c:v>
                </c:pt>
                <c:pt idx="57">
                  <c:v>4.041531271284093</c:v>
                </c:pt>
                <c:pt idx="58">
                  <c:v>4.0481623173394343</c:v>
                </c:pt>
                <c:pt idx="59">
                  <c:v>4.0547933633947748</c:v>
                </c:pt>
                <c:pt idx="60">
                  <c:v>4.0614244094501162</c:v>
                </c:pt>
                <c:pt idx="61">
                  <c:v>4.0680554555054576</c:v>
                </c:pt>
                <c:pt idx="62">
                  <c:v>4.0746865015607989</c:v>
                </c:pt>
                <c:pt idx="63">
                  <c:v>4.0813175476161394</c:v>
                </c:pt>
                <c:pt idx="64">
                  <c:v>4.0879485936714808</c:v>
                </c:pt>
                <c:pt idx="65">
                  <c:v>4.0945796397268222</c:v>
                </c:pt>
                <c:pt idx="66">
                  <c:v>4.1012106857821635</c:v>
                </c:pt>
                <c:pt idx="67">
                  <c:v>4.107841731837504</c:v>
                </c:pt>
                <c:pt idx="68">
                  <c:v>4.1144727778928454</c:v>
                </c:pt>
                <c:pt idx="69">
                  <c:v>4.1211038239481868</c:v>
                </c:pt>
                <c:pt idx="70">
                  <c:v>4.1277348700035281</c:v>
                </c:pt>
                <c:pt idx="71">
                  <c:v>4.1343659160588686</c:v>
                </c:pt>
                <c:pt idx="72">
                  <c:v>4.14099696211421</c:v>
                </c:pt>
                <c:pt idx="73">
                  <c:v>4.1476280081695514</c:v>
                </c:pt>
                <c:pt idx="74">
                  <c:v>4.1542590542248927</c:v>
                </c:pt>
                <c:pt idx="75">
                  <c:v>4.1608901002802341</c:v>
                </c:pt>
                <c:pt idx="76">
                  <c:v>4.1675211463355746</c:v>
                </c:pt>
                <c:pt idx="77">
                  <c:v>4.1741521923909159</c:v>
                </c:pt>
                <c:pt idx="78">
                  <c:v>4.1807832384462573</c:v>
                </c:pt>
                <c:pt idx="79">
                  <c:v>4.1874142845015987</c:v>
                </c:pt>
                <c:pt idx="80">
                  <c:v>4.1940453305569392</c:v>
                </c:pt>
                <c:pt idx="81">
                  <c:v>4.2006763766122805</c:v>
                </c:pt>
                <c:pt idx="82">
                  <c:v>4.2073074226676219</c:v>
                </c:pt>
                <c:pt idx="83">
                  <c:v>4.2139384687229633</c:v>
                </c:pt>
                <c:pt idx="84">
                  <c:v>4.2205695147783047</c:v>
                </c:pt>
                <c:pt idx="85">
                  <c:v>4.2272005608336451</c:v>
                </c:pt>
                <c:pt idx="86">
                  <c:v>4.2338316068889865</c:v>
                </c:pt>
                <c:pt idx="87">
                  <c:v>4.2404626529443279</c:v>
                </c:pt>
                <c:pt idx="88">
                  <c:v>4.2470936989996684</c:v>
                </c:pt>
                <c:pt idx="89">
                  <c:v>4.2537247450550097</c:v>
                </c:pt>
                <c:pt idx="90">
                  <c:v>4.2603557911103511</c:v>
                </c:pt>
                <c:pt idx="91">
                  <c:v>4.2669868371656925</c:v>
                </c:pt>
                <c:pt idx="92">
                  <c:v>4.2736178832210339</c:v>
                </c:pt>
                <c:pt idx="93">
                  <c:v>4.2802489292763743</c:v>
                </c:pt>
                <c:pt idx="94">
                  <c:v>4.2868799753317157</c:v>
                </c:pt>
                <c:pt idx="95">
                  <c:v>4.2935110213870571</c:v>
                </c:pt>
                <c:pt idx="96">
                  <c:v>4.3001420674423985</c:v>
                </c:pt>
                <c:pt idx="97">
                  <c:v>4.3067731134977389</c:v>
                </c:pt>
                <c:pt idx="98">
                  <c:v>4.3134041595530803</c:v>
                </c:pt>
                <c:pt idx="99">
                  <c:v>4.3200352056084217</c:v>
                </c:pt>
                <c:pt idx="100">
                  <c:v>4.3266662516637631</c:v>
                </c:pt>
                <c:pt idx="101">
                  <c:v>4.3332972977191044</c:v>
                </c:pt>
                <c:pt idx="102">
                  <c:v>4.3399283437744449</c:v>
                </c:pt>
                <c:pt idx="103">
                  <c:v>4.3465593898297863</c:v>
                </c:pt>
                <c:pt idx="104">
                  <c:v>4.3531904358851277</c:v>
                </c:pt>
                <c:pt idx="105">
                  <c:v>4.359821481940469</c:v>
                </c:pt>
                <c:pt idx="106">
                  <c:v>4.3664525279958095</c:v>
                </c:pt>
                <c:pt idx="107">
                  <c:v>4.3730835740511509</c:v>
                </c:pt>
                <c:pt idx="108">
                  <c:v>4.3797146201064923</c:v>
                </c:pt>
                <c:pt idx="109">
                  <c:v>4.3863456661618336</c:v>
                </c:pt>
                <c:pt idx="110">
                  <c:v>4.3929767122171741</c:v>
                </c:pt>
                <c:pt idx="111">
                  <c:v>4.3996077582725155</c:v>
                </c:pt>
                <c:pt idx="112">
                  <c:v>4.4062388043278569</c:v>
                </c:pt>
                <c:pt idx="113">
                  <c:v>4.4128698503831982</c:v>
                </c:pt>
                <c:pt idx="114">
                  <c:v>4.4195008964385387</c:v>
                </c:pt>
                <c:pt idx="115">
                  <c:v>4.4261319424938801</c:v>
                </c:pt>
                <c:pt idx="116">
                  <c:v>4.4327629885492215</c:v>
                </c:pt>
                <c:pt idx="117">
                  <c:v>4.4393940346045628</c:v>
                </c:pt>
                <c:pt idx="118">
                  <c:v>4.4460250806599042</c:v>
                </c:pt>
                <c:pt idx="119">
                  <c:v>4.4526561267152447</c:v>
                </c:pt>
                <c:pt idx="120">
                  <c:v>4.4592871727705861</c:v>
                </c:pt>
                <c:pt idx="121">
                  <c:v>4.4659182188259274</c:v>
                </c:pt>
                <c:pt idx="122">
                  <c:v>4.4725492648812688</c:v>
                </c:pt>
                <c:pt idx="123">
                  <c:v>4.4791803109366093</c:v>
                </c:pt>
                <c:pt idx="124">
                  <c:v>4.4858113569919507</c:v>
                </c:pt>
                <c:pt idx="125">
                  <c:v>4.492442403047292</c:v>
                </c:pt>
                <c:pt idx="126">
                  <c:v>4.4990734491026334</c:v>
                </c:pt>
                <c:pt idx="127">
                  <c:v>4.5057044951579748</c:v>
                </c:pt>
                <c:pt idx="128">
                  <c:v>4.5123355412133153</c:v>
                </c:pt>
                <c:pt idx="129">
                  <c:v>4.5189665872686566</c:v>
                </c:pt>
                <c:pt idx="130">
                  <c:v>4.525597633323998</c:v>
                </c:pt>
                <c:pt idx="131">
                  <c:v>4.5322286793793385</c:v>
                </c:pt>
                <c:pt idx="132">
                  <c:v>4.5388597254346799</c:v>
                </c:pt>
                <c:pt idx="133">
                  <c:v>4.5454907714900212</c:v>
                </c:pt>
                <c:pt idx="134">
                  <c:v>4.5521218175453626</c:v>
                </c:pt>
                <c:pt idx="135">
                  <c:v>4.558752863600704</c:v>
                </c:pt>
                <c:pt idx="136">
                  <c:v>4.5653839096560445</c:v>
                </c:pt>
                <c:pt idx="137">
                  <c:v>4.5720149557113858</c:v>
                </c:pt>
                <c:pt idx="138">
                  <c:v>4.5786460017667272</c:v>
                </c:pt>
                <c:pt idx="139">
                  <c:v>4.5852770478220686</c:v>
                </c:pt>
                <c:pt idx="140">
                  <c:v>4.5919080938774091</c:v>
                </c:pt>
                <c:pt idx="141">
                  <c:v>4.5985391399327504</c:v>
                </c:pt>
              </c:numCache>
            </c:numRef>
          </c:xVal>
          <c:yVal>
            <c:numRef>
              <c:f>'Log-Normal Fit -8pm(peak)_'!$J$31:$J$172</c:f>
              <c:numCache>
                <c:formatCode>0.00</c:formatCode>
                <c:ptCount val="142"/>
                <c:pt idx="0">
                  <c:v>4.4882083730302114E-4</c:v>
                </c:pt>
                <c:pt idx="1">
                  <c:v>5.4437932591577809E-4</c:v>
                </c:pt>
                <c:pt idx="2">
                  <c:v>6.5846377182410265E-4</c:v>
                </c:pt>
                <c:pt idx="3">
                  <c:v>7.9426548767602689E-4</c:v>
                </c:pt>
                <c:pt idx="4">
                  <c:v>9.5544347625886594E-4</c:v>
                </c:pt>
                <c:pt idx="5">
                  <c:v>1.1461773638298256E-3</c:v>
                </c:pt>
                <c:pt idx="6">
                  <c:v>1.3712235432501441E-3</c:v>
                </c:pt>
                <c:pt idx="7">
                  <c:v>1.6359742222801232E-3</c:v>
                </c:pt>
                <c:pt idx="8">
                  <c:v>1.9465189608564026E-3</c:v>
                </c:pt>
                <c:pt idx="9">
                  <c:v>2.3097081588148161E-3</c:v>
                </c:pt>
                <c:pt idx="10">
                  <c:v>2.7332178233641091E-3</c:v>
                </c:pt>
                <c:pt idx="11">
                  <c:v>3.2256148053759759E-3</c:v>
                </c:pt>
                <c:pt idx="12">
                  <c:v>3.79642154735782E-3</c:v>
                </c:pt>
                <c:pt idx="13">
                  <c:v>4.4561792365667152E-3</c:v>
                </c:pt>
                <c:pt idx="14">
                  <c:v>5.2165081073094477E-3</c:v>
                </c:pt>
                <c:pt idx="15">
                  <c:v>6.0901634908698821E-3</c:v>
                </c:pt>
                <c:pt idx="16">
                  <c:v>7.0910860739932247E-3</c:v>
                </c:pt>
                <c:pt idx="17">
                  <c:v>8.2344447021407419E-3</c:v>
                </c:pt>
                <c:pt idx="18">
                  <c:v>9.5366699569319202E-3</c:v>
                </c:pt>
                <c:pt idx="19">
                  <c:v>1.1015476653613354E-2</c:v>
                </c:pt>
                <c:pt idx="20">
                  <c:v>1.2689873349596592E-2</c:v>
                </c:pt>
                <c:pt idx="21">
                  <c:v>1.4580156934430599E-2</c:v>
                </c:pt>
                <c:pt idx="22">
                  <c:v>1.6707890390390556E-2</c:v>
                </c:pt>
                <c:pt idx="23">
                  <c:v>1.9095861875960463E-2</c:v>
                </c:pt>
                <c:pt idx="24">
                  <c:v>2.1768023396166125E-2</c:v>
                </c:pt>
                <c:pt idx="25">
                  <c:v>2.4749407487443809E-2</c:v>
                </c:pt>
                <c:pt idx="26">
                  <c:v>2.806602056296148E-2</c:v>
                </c:pt>
                <c:pt idx="27">
                  <c:v>3.1744711838234685E-2</c:v>
                </c:pt>
                <c:pt idx="28">
                  <c:v>3.5813017086390841E-2</c:v>
                </c:pt>
                <c:pt idx="29">
                  <c:v>4.0298976855692836E-2</c:v>
                </c:pt>
                <c:pt idx="30">
                  <c:v>4.5230929215572369E-2</c:v>
                </c:pt>
                <c:pt idx="31">
                  <c:v>5.0637277576144557E-2</c:v>
                </c:pt>
                <c:pt idx="32">
                  <c:v>5.6546234643007565E-2</c:v>
                </c:pt>
                <c:pt idx="33">
                  <c:v>6.2985544115175762E-2</c:v>
                </c:pt>
                <c:pt idx="34">
                  <c:v>6.9982182298766848E-2</c:v>
                </c:pt>
                <c:pt idx="35">
                  <c:v>7.7562042380502128E-2</c:v>
                </c:pt>
                <c:pt idx="36">
                  <c:v>8.5749604669712043E-2</c:v>
                </c:pt>
                <c:pt idx="37">
                  <c:v>9.4567596661053188E-2</c:v>
                </c:pt>
                <c:pt idx="38">
                  <c:v>0.10403664727729289</c:v>
                </c:pt>
                <c:pt idx="39">
                  <c:v>0.11417494010702511</c:v>
                </c:pt>
                <c:pt idx="40">
                  <c:v>0.12499787084068625</c:v>
                </c:pt>
                <c:pt idx="41">
                  <c:v>0.13651771441526472</c:v>
                </c:pt>
                <c:pt idx="42">
                  <c:v>0.14874330759004906</c:v>
                </c:pt>
                <c:pt idx="43">
                  <c:v>0.16167975278091318</c:v>
                </c:pt>
                <c:pt idx="44">
                  <c:v>0.17532814896912163</c:v>
                </c:pt>
                <c:pt idx="45">
                  <c:v>0.18968535536536557</c:v>
                </c:pt>
                <c:pt idx="46">
                  <c:v>0.20474379324628844</c:v>
                </c:pt>
                <c:pt idx="47">
                  <c:v>0.22049129098812181</c:v>
                </c:pt>
                <c:pt idx="48">
                  <c:v>0.23691097680261741</c:v>
                </c:pt>
                <c:pt idx="49">
                  <c:v>0.2539812230400027</c:v>
                </c:pt>
                <c:pt idx="50">
                  <c:v>0.27167564517192422</c:v>
                </c:pt>
                <c:pt idx="51">
                  <c:v>0.28996315771695147</c:v>
                </c:pt>
                <c:pt idx="52">
                  <c:v>0.3088080884386305</c:v>
                </c:pt>
                <c:pt idx="53">
                  <c:v>0.32817035115006632</c:v>
                </c:pt>
                <c:pt idx="54">
                  <c:v>0.3480056764213354</c:v>
                </c:pt>
                <c:pt idx="55">
                  <c:v>0.36826589842976998</c:v>
                </c:pt>
                <c:pt idx="56">
                  <c:v>0.38889929514301924</c:v>
                </c:pt>
                <c:pt idx="57">
                  <c:v>0.40985097800600023</c:v>
                </c:pt>
                <c:pt idx="58">
                  <c:v>0.43106332634006883</c:v>
                </c:pt>
                <c:pt idx="59">
                  <c:v>0.45247646078029957</c:v>
                </c:pt>
                <c:pt idx="60">
                  <c:v>0.47402874929683136</c:v>
                </c:pt>
                <c:pt idx="61">
                  <c:v>0.49565733868880413</c:v>
                </c:pt>
                <c:pt idx="62">
                  <c:v>0.5172987039217477</c:v>
                </c:pt>
                <c:pt idx="63">
                  <c:v>0.53888920731452106</c:v>
                </c:pt>
                <c:pt idx="64">
                  <c:v>0.56036565938002247</c:v>
                </c:pt>
                <c:pt idx="65">
                  <c:v>0.58166587308984574</c:v>
                </c:pt>
                <c:pt idx="66">
                  <c:v>0.60272920346811687</c:v>
                </c:pt>
                <c:pt idx="67">
                  <c:v>0.62349706471992994</c:v>
                </c:pt>
                <c:pt idx="68">
                  <c:v>0.64391341755762677</c:v>
                </c:pt>
                <c:pt idx="69">
                  <c:v>0.6639252199913076</c:v>
                </c:pt>
                <c:pt idx="70">
                  <c:v>0.68348283558306233</c:v>
                </c:pt>
                <c:pt idx="71">
                  <c:v>0.70254039400822932</c:v>
                </c:pt>
                <c:pt idx="72">
                  <c:v>0.72105609970038165</c:v>
                </c:pt>
                <c:pt idx="73">
                  <c:v>0.73899248535596596</c:v>
                </c:pt>
                <c:pt idx="74">
                  <c:v>0.75631660811521062</c:v>
                </c:pt>
                <c:pt idx="75">
                  <c:v>0.77300018729259956</c:v>
                </c:pt>
                <c:pt idx="76">
                  <c:v>0.7890196835783122</c:v>
                </c:pt>
                <c:pt idx="77">
                  <c:v>0.80435632064743312</c:v>
                </c:pt>
                <c:pt idx="78">
                  <c:v>0.81899605107417228</c:v>
                </c:pt>
                <c:pt idx="79">
                  <c:v>0.83292946933388468</c:v>
                </c:pt>
                <c:pt idx="80">
                  <c:v>0.84615167546868797</c:v>
                </c:pt>
                <c:pt idx="81">
                  <c:v>0.85866209367898549</c:v>
                </c:pt>
                <c:pt idx="82">
                  <c:v>0.87046425067204947</c:v>
                </c:pt>
                <c:pt idx="83">
                  <c:v>0.88156551904289415</c:v>
                </c:pt>
                <c:pt idx="84">
                  <c:v>0.89197683127793637</c:v>
                </c:pt>
                <c:pt idx="85">
                  <c:v>0.90171237015834649</c:v>
                </c:pt>
                <c:pt idx="86">
                  <c:v>0.91078924140044837</c:v>
                </c:pt>
                <c:pt idx="87">
                  <c:v>0.91922713431111558</c:v>
                </c:pt>
                <c:pt idx="88">
                  <c:v>0.92704797606574973</c:v>
                </c:pt>
                <c:pt idx="89">
                  <c:v>0.93427558494596341</c:v>
                </c:pt>
                <c:pt idx="90">
                  <c:v>0.94093532751658659</c:v>
                </c:pt>
                <c:pt idx="91">
                  <c:v>0.94705378429121412</c:v>
                </c:pt>
                <c:pt idx="92">
                  <c:v>0.95265842794719069</c:v>
                </c:pt>
                <c:pt idx="93">
                  <c:v>0.95777731762019391</c:v>
                </c:pt>
                <c:pt idx="94">
                  <c:v>0.96243881225062577</c:v>
                </c:pt>
                <c:pt idx="95">
                  <c:v>0.96667130538363266</c:v>
                </c:pt>
                <c:pt idx="96">
                  <c:v>0.97050298325561934</c:v>
                </c:pt>
                <c:pt idx="97">
                  <c:v>0.97396160744518512</c:v>
                </c:pt>
                <c:pt idx="98">
                  <c:v>0.97707432283670903</c:v>
                </c:pt>
                <c:pt idx="99">
                  <c:v>0.97986749114984673</c:v>
                </c:pt>
                <c:pt idx="100">
                  <c:v>0.98236654983575566</c:v>
                </c:pt>
                <c:pt idx="101">
                  <c:v>0.98459589573686068</c:v>
                </c:pt>
                <c:pt idx="102">
                  <c:v>0.98657879255561087</c:v>
                </c:pt>
                <c:pt idx="103">
                  <c:v>0.98833730088133331</c:v>
                </c:pt>
                <c:pt idx="104">
                  <c:v>0.98989222928378506</c:v>
                </c:pt>
                <c:pt idx="105">
                  <c:v>0.99126310479664426</c:v>
                </c:pt>
                <c:pt idx="106">
                  <c:v>0.99246816098197321</c:v>
                </c:pt>
                <c:pt idx="107">
                  <c:v>0.99352434168457382</c:v>
                </c:pt>
                <c:pt idx="108">
                  <c:v>0.99444731854913115</c:v>
                </c:pt>
                <c:pt idx="109">
                  <c:v>0.9952515203784833</c:v>
                </c:pt>
                <c:pt idx="110">
                  <c:v>0.99595017245310757</c:v>
                </c:pt>
                <c:pt idx="111">
                  <c:v>0.99655534400461254</c:v>
                </c:pt>
                <c:pt idx="112">
                  <c:v>0.99707800213414877</c:v>
                </c:pt>
                <c:pt idx="113">
                  <c:v>0.99752807058480997</c:v>
                </c:pt>
                <c:pt idx="114">
                  <c:v>0.99791449191006643</c:v>
                </c:pt>
                <c:pt idx="115">
                  <c:v>0.99824529172316789</c:v>
                </c:pt>
                <c:pt idx="116">
                  <c:v>0.99852764386081727</c:v>
                </c:pt>
                <c:pt idx="117">
                  <c:v>0.99876793544426057</c:v>
                </c:pt>
                <c:pt idx="118">
                  <c:v>0.99897183096876385</c:v>
                </c:pt>
                <c:pt idx="119">
                  <c:v>0.999144334695379</c:v>
                </c:pt>
                <c:pt idx="120">
                  <c:v>0.99928985075453169</c:v>
                </c:pt>
                <c:pt idx="121">
                  <c:v>0.99941224049740596</c:v>
                </c:pt>
                <c:pt idx="122">
                  <c:v>0.99951487674710338</c:v>
                </c:pt>
                <c:pt idx="123">
                  <c:v>0.99960069470608937</c:v>
                </c:pt>
                <c:pt idx="124">
                  <c:v>0.99967223936916949</c:v>
                </c:pt>
                <c:pt idx="125">
                  <c:v>0.99973170937193812</c:v>
                </c:pt>
                <c:pt idx="126">
                  <c:v>0.99978099727358138</c:v>
                </c:pt>
                <c:pt idx="127">
                  <c:v>0.99982172633049116</c:v>
                </c:pt>
                <c:pt idx="128">
                  <c:v>0.99985528386406486</c:v>
                </c:pt>
                <c:pt idx="129">
                  <c:v>0.99988285136304966</c:v>
                </c:pt>
                <c:pt idx="130">
                  <c:v>0.99990543148876054</c:v>
                </c:pt>
                <c:pt idx="131">
                  <c:v>0.99992387217158596</c:v>
                </c:pt>
                <c:pt idx="132">
                  <c:v>0.99993888799994335</c:v>
                </c:pt>
                <c:pt idx="133">
                  <c:v>0.99995107910985448</c:v>
                </c:pt>
                <c:pt idx="134">
                  <c:v>0.99996094778498434</c:v>
                </c:pt>
                <c:pt idx="135">
                  <c:v>0.99996891297448842</c:v>
                </c:pt>
                <c:pt idx="136">
                  <c:v>0.99997532293017488</c:v>
                </c:pt>
                <c:pt idx="137">
                  <c:v>0.99998046615602987</c:v>
                </c:pt>
                <c:pt idx="138">
                  <c:v>0.9999845808526584</c:v>
                </c:pt>
                <c:pt idx="139">
                  <c:v>0.99998786302734621</c:v>
                </c:pt>
                <c:pt idx="140">
                  <c:v>0.99999047342835368</c:v>
                </c:pt>
                <c:pt idx="141">
                  <c:v>0.999992543447771</c:v>
                </c:pt>
              </c:numCache>
            </c:numRef>
          </c:yVal>
        </c:ser>
        <c:axId val="100400512"/>
        <c:axId val="116261632"/>
      </c:scatterChart>
      <c:valAx>
        <c:axId val="100400512"/>
        <c:scaling>
          <c:orientation val="minMax"/>
          <c:min val="3.5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Log</a:t>
                </a:r>
                <a:r>
                  <a:rPr lang="en-US" baseline="0"/>
                  <a:t> of CPU%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38469229264079785"/>
              <c:y val="0.92183433446658192"/>
            </c:manualLayout>
          </c:layout>
        </c:title>
        <c:numFmt formatCode="General" sourceLinked="1"/>
        <c:majorTickMark val="none"/>
        <c:tickLblPos val="nextTo"/>
        <c:crossAx val="116261632"/>
        <c:crosses val="autoZero"/>
        <c:crossBetween val="midCat"/>
      </c:valAx>
      <c:valAx>
        <c:axId val="116261632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Commulative Probability</a:t>
                </a:r>
              </a:p>
            </c:rich>
          </c:tx>
          <c:layout/>
        </c:title>
        <c:numFmt formatCode="0.0000" sourceLinked="1"/>
        <c:majorTickMark val="none"/>
        <c:tickLblPos val="nextTo"/>
        <c:crossAx val="100400512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5F889A1-8356-4AC1-926D-9DD6187B41C4}" type="datetimeFigureOut">
              <a:rPr lang="en-US"/>
              <a:pPr>
                <a:defRPr/>
              </a:pPr>
              <a:t>1/8/2011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FEA07CB-8B35-4445-BCD9-DFF1193DA1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517BE8C-904A-4680-8222-5B7575916879}" type="datetimeFigureOut">
              <a:rPr lang="en-US"/>
              <a:pPr>
                <a:defRPr/>
              </a:pPr>
              <a:t>1/8/2011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374ED18-3826-4065-B3EA-41C12AFF67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3761" y="1598400"/>
            <a:ext cx="8540496" cy="457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376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376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4-02137_Utility_Imag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6788" y="0"/>
            <a:ext cx="3095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7" name="Rectangle 6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16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0AF4D74-0A44-4AF7-9EB2-AD0251B3E8F3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 bwMode="black">
          <a:xfrm>
            <a:off x="300586" y="1598849"/>
            <a:ext cx="5641848" cy="457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2761" y="466598"/>
            <a:ext cx="5639922" cy="8094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Utility_Slide_Sideba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2525" y="0"/>
            <a:ext cx="1638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B529999-AED5-4E6F-94DD-EAF23DA3DE51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3761" y="1598400"/>
            <a:ext cx="7082244" cy="4572824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3761" y="466725"/>
            <a:ext cx="708120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4-02137_Utility_Image_Whit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5700" y="0"/>
            <a:ext cx="1638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B529999-AED5-4E6F-94DD-EAF23DA3DE51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 bwMode="black">
          <a:xfrm>
            <a:off x="303761" y="1598400"/>
            <a:ext cx="7082244" cy="4572824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3761" y="466725"/>
            <a:ext cx="708120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54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303541" y="1598400"/>
            <a:ext cx="8539200" cy="1646237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38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03238" y="1596730"/>
            <a:ext cx="4039200" cy="31680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787527" y="1596730"/>
            <a:ext cx="4039200" cy="31680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00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2400" y="2246242"/>
            <a:ext cx="4039200" cy="3168000"/>
          </a:xfrm>
        </p:spPr>
        <p:txBody>
          <a:bodyPr tIns="46800"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791600" y="2246242"/>
            <a:ext cx="4039200" cy="3168000"/>
          </a:xfrm>
        </p:spPr>
        <p:txBody>
          <a:bodyPr tIns="46800"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2400" y="1597023"/>
            <a:ext cx="4039200" cy="640800"/>
          </a:xfrm>
        </p:spPr>
        <p:txBody>
          <a:bodyPr bIns="46800" anchor="b"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791600" y="1597023"/>
            <a:ext cx="4039200" cy="640800"/>
          </a:xfrm>
        </p:spPr>
        <p:txBody>
          <a:bodyPr bIns="46800"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No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Amdocs_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815420-BD6B-46ED-8954-53C9134E3A0D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CS Title Slide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gray">
          <a:xfrm>
            <a:off x="284163" y="3966672"/>
            <a:ext cx="8691561" cy="498598"/>
          </a:xfrm>
          <a:effectLst/>
        </p:spPr>
        <p:txBody>
          <a:bodyPr wrap="square" anchor="t" anchorCtr="0">
            <a:spAutoFit/>
          </a:bodyPr>
          <a:lstStyle>
            <a:lvl1pPr>
              <a:defRPr sz="3600" b="1">
                <a:solidFill>
                  <a:srgbClr val="404040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rgbClr val="40404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gray">
          <a:xfrm>
            <a:off x="298450" y="5254376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rgbClr val="404040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Amdocs_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 userDrawn="1"/>
        </p:nvSpPr>
        <p:spPr bwMode="gray"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182880" y="684213"/>
            <a:ext cx="8783320" cy="2973387"/>
            <a:chOff x="182880" y="684213"/>
            <a:chExt cx="8783320" cy="29733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5579135" y="684213"/>
              <a:ext cx="1655624" cy="2971800"/>
              <a:chOff x="5579135" y="684213"/>
              <a:chExt cx="1655624" cy="2971800"/>
            </a:xfrm>
          </p:grpSpPr>
          <p:sp>
            <p:nvSpPr>
              <p:cNvPr id="23" name="Rectangle 22"/>
              <p:cNvSpPr/>
              <p:nvPr userDrawn="1"/>
            </p:nvSpPr>
            <p:spPr>
              <a:xfrm>
                <a:off x="5579135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31" name="Picture 30" descr="do_more.gif"/>
              <p:cNvPicPr>
                <a:picLocks noChangeAspect="1"/>
              </p:cNvPicPr>
              <p:nvPr userDrawn="1"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638800" y="760413"/>
                <a:ext cx="1333500" cy="899908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 userDrawn="1"/>
          </p:nvGrpSpPr>
          <p:grpSpPr>
            <a:xfrm>
              <a:off x="7310576" y="684213"/>
              <a:ext cx="1655624" cy="2971800"/>
              <a:chOff x="7310576" y="684213"/>
              <a:chExt cx="1655624" cy="29718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7310576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32" name="Picture 31" descr="bullets.gif"/>
              <p:cNvPicPr>
                <a:picLocks noChangeAspect="1"/>
              </p:cNvPicPr>
              <p:nvPr userDrawn="1"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372989" y="765340"/>
                <a:ext cx="1376363" cy="611279"/>
              </a:xfrm>
              <a:prstGeom prst="rect">
                <a:avLst/>
              </a:prstGeom>
            </p:spPr>
          </p:pic>
        </p:grpSp>
        <p:pic>
          <p:nvPicPr>
            <p:cNvPr id="17" name="Picture 16" descr="bcs.jpg"/>
            <p:cNvPicPr preferRelativeResize="0">
              <a:picLocks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82880" y="685800"/>
              <a:ext cx="5330952" cy="297180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al Title Slide">
    <p:bg bwMode="grayWhite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179388" y="1390650"/>
            <a:ext cx="8782050" cy="5464175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E6BAE4A-0144-4FB4-B6B7-1158C3F36050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black">
          <a:xfrm>
            <a:off x="284164" y="1701800"/>
            <a:ext cx="4754562" cy="997196"/>
          </a:xfrm>
          <a:effectLst/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black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black"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5"/>
          </p:nvPr>
        </p:nvSpPr>
        <p:spPr bwMode="black"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r Alternate Title Option 1">
    <p:bg bwMode="grayWhite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3F47051-1876-4AFF-A3F0-E725C3F5961B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84163" y="1701800"/>
            <a:ext cx="4754880" cy="997196"/>
          </a:xfrm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r Alternate Title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C7143384-F3FF-4A83-A9D2-C17D7574B0A0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84163" y="1701800"/>
            <a:ext cx="4754880" cy="997196"/>
          </a:xfrm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1AA4859-9646-4445-A759-07EA2DD58ACB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2400" y="1598400"/>
            <a:ext cx="8547100" cy="4525962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hasis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E1BDBAE-047E-486E-9F63-D8085698302F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black"/>
        <p:txBody>
          <a:bodyPr/>
          <a:lstStyle>
            <a:lvl1pPr marL="457200" indent="-457200">
              <a:lnSpc>
                <a:spcPct val="100000"/>
              </a:lnSpc>
              <a:spcBef>
                <a:spcPts val="1200"/>
              </a:spcBef>
              <a:defRPr sz="3800" cap="none" baseline="0">
                <a:solidFill>
                  <a:schemeClr val="accent6"/>
                </a:solidFill>
              </a:defRPr>
            </a:lvl1pPr>
            <a:lvl2pPr>
              <a:spcBef>
                <a:spcPts val="900"/>
              </a:spcBef>
              <a:defRPr sz="3600">
                <a:solidFill>
                  <a:schemeClr val="accent1"/>
                </a:solidFill>
              </a:defRPr>
            </a:lvl2pPr>
            <a:lvl3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3pPr>
            <a:lvl4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4pPr>
            <a:lvl5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black">
          <a:xfrm>
            <a:off x="284163" y="3966672"/>
            <a:ext cx="8691561" cy="498598"/>
          </a:xfrm>
          <a:effectLst/>
        </p:spPr>
        <p:txBody>
          <a:bodyPr wrap="square" anchor="t" anchorCtr="0">
            <a:spAutoFit/>
          </a:bodyPr>
          <a:lstStyle>
            <a:lvl1pPr>
              <a:defRPr sz="3600" b="1">
                <a:solidFill>
                  <a:srgbClr val="404040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black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rgbClr val="40404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black">
          <a:xfrm>
            <a:off x="298450" y="5254376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rgbClr val="404040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Amdocs_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 userDrawn="1"/>
        </p:nvSpPr>
        <p:spPr bwMode="gray"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32"/>
          <p:cNvGrpSpPr/>
          <p:nvPr userDrawn="1"/>
        </p:nvGrpSpPr>
        <p:grpSpPr bwMode="gray">
          <a:xfrm>
            <a:off x="180975" y="684213"/>
            <a:ext cx="8785225" cy="2975505"/>
            <a:chOff x="180975" y="684213"/>
            <a:chExt cx="8785225" cy="2975505"/>
          </a:xfrm>
        </p:grpSpPr>
        <p:grpSp>
          <p:nvGrpSpPr>
            <p:cNvPr id="3" name="Group 27"/>
            <p:cNvGrpSpPr/>
            <p:nvPr userDrawn="1"/>
          </p:nvGrpSpPr>
          <p:grpSpPr bwMode="gray">
            <a:xfrm>
              <a:off x="180975" y="684213"/>
              <a:ext cx="8785225" cy="2975505"/>
              <a:chOff x="180975" y="684213"/>
              <a:chExt cx="8785225" cy="2975505"/>
            </a:xfrm>
          </p:grpSpPr>
          <p:pic>
            <p:nvPicPr>
              <p:cNvPr id="19" name="Picture 18" descr="title_photo.jpg"/>
              <p:cNvPicPr>
                <a:picLocks noChangeAspect="1"/>
              </p:cNvPicPr>
              <p:nvPr userDrawn="1"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180975" y="684213"/>
                <a:ext cx="5327650" cy="2975505"/>
              </a:xfrm>
              <a:prstGeom prst="rect">
                <a:avLst/>
              </a:prstGeom>
            </p:spPr>
          </p:pic>
          <p:sp>
            <p:nvSpPr>
              <p:cNvPr id="23" name="Rectangle 22"/>
              <p:cNvSpPr/>
              <p:nvPr userDrawn="1"/>
            </p:nvSpPr>
            <p:spPr bwMode="gray">
              <a:xfrm>
                <a:off x="5579135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Rectangle 24"/>
              <p:cNvSpPr/>
              <p:nvPr userDrawn="1"/>
            </p:nvSpPr>
            <p:spPr bwMode="gray">
              <a:xfrm>
                <a:off x="7310576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31" name="Picture 30" descr="do_more.gif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5638800" y="760413"/>
              <a:ext cx="1333500" cy="899908"/>
            </a:xfrm>
            <a:prstGeom prst="rect">
              <a:avLst/>
            </a:prstGeom>
          </p:spPr>
        </p:pic>
        <p:pic>
          <p:nvPicPr>
            <p:cNvPr id="32" name="Picture 31" descr="bullets.gif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7372989" y="765340"/>
              <a:ext cx="1376363" cy="611279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black">
          <a:xfrm>
            <a:off x="303238" y="466725"/>
            <a:ext cx="85407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9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302400" y="1598400"/>
            <a:ext cx="8540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13" descr="Amdocs_logo.png"/>
          <p:cNvPicPr>
            <a:picLocks noChangeAspect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dirty="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4" r:id="rId4"/>
    <p:sldLayoutId id="2147483815" r:id="rId5"/>
    <p:sldLayoutId id="2147483823" r:id="rId6"/>
    <p:sldLayoutId id="2147483810" r:id="rId7"/>
    <p:sldLayoutId id="2147483811" r:id="rId8"/>
    <p:sldLayoutId id="2147483812" r:id="rId9"/>
    <p:sldLayoutId id="2147483817" r:id="rId10"/>
    <p:sldLayoutId id="2147483825" r:id="rId11"/>
    <p:sldLayoutId id="2147483813" r:id="rId12"/>
    <p:sldLayoutId id="2147483818" r:id="rId13"/>
    <p:sldLayoutId id="2147483819" r:id="rId14"/>
    <p:sldLayoutId id="2147483820" r:id="rId15"/>
    <p:sldLayoutId id="2147483821" r:id="rId16"/>
    <p:sldLayoutId id="2147483826" r:id="rId17"/>
  </p:sldLayoutIdLst>
  <p:transition/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404813" indent="-404813" algn="l" rtl="0" eaLnBrk="1" fontAlgn="base" hangingPunct="1">
        <a:spcBef>
          <a:spcPts val="1200"/>
        </a:spcBef>
        <a:spcAft>
          <a:spcPct val="0"/>
        </a:spcAft>
        <a:buFont typeface="Arial" charset="0"/>
        <a:buChar char="&gt;"/>
        <a:defRPr lang="en-US" sz="28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1pPr>
      <a:lvl2pPr marL="914400" indent="-395288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4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2pPr>
      <a:lvl3pPr marL="13716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3pPr>
      <a:lvl4pPr marL="18288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4pPr>
      <a:lvl5pPr marL="22860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gray">
          <a:xfrm>
            <a:off x="284163" y="3966672"/>
            <a:ext cx="8691561" cy="830997"/>
          </a:xfrm>
        </p:spPr>
        <p:txBody>
          <a:bodyPr/>
          <a:lstStyle/>
          <a:p>
            <a:r>
              <a:rPr lang="en-US" dirty="0" smtClean="0"/>
              <a:t>Capacity Analysis and Trends (CAT)</a:t>
            </a:r>
            <a:br>
              <a:rPr lang="en-US" dirty="0" smtClean="0"/>
            </a:br>
            <a:r>
              <a:rPr lang="en-US" sz="2400" b="0" dirty="0" smtClean="0"/>
              <a:t>XL November 2010 Analysis</a:t>
            </a:r>
            <a:endParaRPr lang="en-US" b="0" dirty="0"/>
          </a:p>
        </p:txBody>
      </p:sp>
      <p:sp>
        <p:nvSpPr>
          <p:cNvPr id="12293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January 2011</a:t>
            </a:r>
          </a:p>
        </p:txBody>
      </p:sp>
      <p:sp>
        <p:nvSpPr>
          <p:cNvPr id="12291" name="Text Placeholder 2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GSS PSO, Scientific Officer Team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21261C"/>
              </a:clrFrom>
              <a:clrTo>
                <a:srgbClr val="21261C">
                  <a:alpha val="0"/>
                </a:srgbClr>
              </a:clrTo>
            </a:clrChange>
          </a:blip>
          <a:srcRect b="23215"/>
          <a:stretch>
            <a:fillRect/>
          </a:stretch>
        </p:blipFill>
        <p:spPr bwMode="auto">
          <a:xfrm>
            <a:off x="245658" y="832513"/>
            <a:ext cx="5320761" cy="2815209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Predict top CPU% utilization in XL RB servers, based on events load in production</a:t>
            </a:r>
          </a:p>
          <a:p>
            <a:r>
              <a:rPr lang="en-US" dirty="0" smtClean="0"/>
              <a:t>Find maximal load per server,</a:t>
            </a:r>
            <a:br>
              <a:rPr lang="en-US" dirty="0" smtClean="0"/>
            </a:br>
            <a:r>
              <a:rPr lang="en-US" dirty="0" smtClean="0"/>
              <a:t>within SLA</a:t>
            </a:r>
          </a:p>
          <a:p>
            <a:pPr lvl="1"/>
            <a:r>
              <a:rPr lang="en-US" dirty="0" smtClean="0"/>
              <a:t>Alert on capacity upgrade, </a:t>
            </a:r>
            <a:br>
              <a:rPr lang="en-US" dirty="0" smtClean="0"/>
            </a:br>
            <a:r>
              <a:rPr lang="en-US" dirty="0" smtClean="0"/>
              <a:t>based on business prediction</a:t>
            </a:r>
          </a:p>
          <a:p>
            <a:pPr lvl="1"/>
            <a:r>
              <a:rPr lang="en-US" dirty="0" smtClean="0"/>
              <a:t>Predict the effect of </a:t>
            </a:r>
            <a:br>
              <a:rPr lang="en-US" dirty="0" smtClean="0"/>
            </a:br>
            <a:r>
              <a:rPr lang="en-US" dirty="0" smtClean="0"/>
              <a:t>improvement in events handling</a:t>
            </a:r>
          </a:p>
          <a:p>
            <a:pPr lvl="1"/>
            <a:r>
              <a:rPr lang="en-US" dirty="0" smtClean="0"/>
              <a:t>Suggest machines balance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pic>
        <p:nvPicPr>
          <p:cNvPr id="10" name="Picture 9" descr="iStock_000004945204Small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6381" t="3927" r="9292" b="7692"/>
          <a:stretch>
            <a:fillRect/>
          </a:stretch>
        </p:blipFill>
        <p:spPr>
          <a:xfrm>
            <a:off x="5500048" y="2511188"/>
            <a:ext cx="3643952" cy="399879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Data collected per each RB server (total 26), </a:t>
            </a:r>
            <a:br>
              <a:rPr lang="en-US" dirty="0" smtClean="0"/>
            </a:br>
            <a:r>
              <a:rPr lang="en-US" dirty="0" smtClean="0"/>
              <a:t>over 30 days (November, 2010)</a:t>
            </a:r>
          </a:p>
          <a:p>
            <a:pPr lvl="1"/>
            <a:r>
              <a:rPr lang="en-US" dirty="0" smtClean="0"/>
              <a:t>Num of events (Voice, SMS, GPRS and RPL) per hour</a:t>
            </a:r>
          </a:p>
          <a:p>
            <a:pPr lvl="1"/>
            <a:r>
              <a:rPr lang="en-US" dirty="0" smtClean="0"/>
              <a:t>Average CPU% (</a:t>
            </a:r>
            <a:r>
              <a:rPr lang="en-US" dirty="0" err="1" smtClean="0"/>
              <a:t>Usr</a:t>
            </a:r>
            <a:r>
              <a:rPr lang="en-US" dirty="0" smtClean="0"/>
              <a:t>% and Sys%) per 5 sec</a:t>
            </a:r>
          </a:p>
          <a:p>
            <a:r>
              <a:rPr lang="en-US" dirty="0" smtClean="0"/>
              <a:t>Data is arranged in bins of all events and CPU% data for the hr of the day, per server: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#events - 30 </a:t>
            </a:r>
            <a:r>
              <a:rPr lang="en-US" sz="1800" dirty="0" smtClean="0">
                <a:solidFill>
                  <a:schemeClr val="accent1"/>
                </a:solidFill>
              </a:rPr>
              <a:t>measurements</a:t>
            </a:r>
            <a:endParaRPr lang="en-US" dirty="0" smtClean="0">
              <a:solidFill>
                <a:schemeClr val="accent1"/>
              </a:solidFill>
            </a:endParaRP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CPU% - 21,600 </a:t>
            </a:r>
            <a:r>
              <a:rPr lang="en-US" sz="1800" dirty="0" smtClean="0">
                <a:solidFill>
                  <a:schemeClr val="accent2"/>
                </a:solidFill>
              </a:rPr>
              <a:t>measurements</a:t>
            </a:r>
            <a:endParaRPr lang="en-US" dirty="0" smtClean="0">
              <a:solidFill>
                <a:schemeClr val="accent2"/>
              </a:solidFill>
            </a:endParaRPr>
          </a:p>
          <a:p>
            <a:r>
              <a:rPr lang="en-US" dirty="0" smtClean="0"/>
              <a:t>Objective: </a:t>
            </a:r>
            <a:br>
              <a:rPr lang="en-US" dirty="0" smtClean="0"/>
            </a:br>
            <a:r>
              <a:rPr lang="en-US" dirty="0" smtClean="0"/>
              <a:t>Per events data in bin, predict </a:t>
            </a:r>
            <a:r>
              <a:rPr lang="en-US" dirty="0" err="1" smtClean="0">
                <a:solidFill>
                  <a:schemeClr val="accent3"/>
                </a:solidFill>
              </a:rPr>
              <a:t>Ctop</a:t>
            </a:r>
            <a:r>
              <a:rPr lang="en-US" dirty="0" smtClean="0"/>
              <a:t>, </a:t>
            </a:r>
            <a:br>
              <a:rPr lang="en-US" dirty="0" smtClean="0"/>
            </a:br>
            <a:r>
              <a:rPr lang="en-US" dirty="0" smtClean="0"/>
              <a:t>so that the probability of a CPU% </a:t>
            </a:r>
            <a:br>
              <a:rPr lang="en-US" dirty="0" smtClean="0"/>
            </a:br>
            <a:r>
              <a:rPr lang="en-US" dirty="0" smtClean="0"/>
              <a:t>in the bin to be below </a:t>
            </a:r>
            <a:r>
              <a:rPr lang="en-US" dirty="0" err="1" smtClean="0">
                <a:solidFill>
                  <a:schemeClr val="accent3"/>
                </a:solidFill>
              </a:rPr>
              <a:t>Ctop</a:t>
            </a:r>
            <a:r>
              <a:rPr lang="en-US" dirty="0" smtClean="0"/>
              <a:t> is 99.8%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XL RB Data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6591868" y="4640232"/>
            <a:ext cx="1774209" cy="1269242"/>
          </a:xfrm>
          <a:prstGeom prst="flowChartMagneticDisk">
            <a:avLst/>
          </a:prstGeom>
          <a:solidFill>
            <a:srgbClr val="ED8000">
              <a:alpha val="20000"/>
            </a:srgb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6591868" y="3780423"/>
            <a:ext cx="1774209" cy="1269242"/>
          </a:xfrm>
          <a:prstGeom prst="flowChartMagneticDisk">
            <a:avLst/>
          </a:prstGeom>
          <a:solidFill>
            <a:srgbClr val="5781AE">
              <a:alpha val="20000"/>
            </a:srgb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42496" y="5377218"/>
            <a:ext cx="122829" cy="136478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342497" y="43399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78221" y="3848671"/>
            <a:ext cx="1774209" cy="423080"/>
          </a:xfrm>
          <a:prstGeom prst="ellipse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494897" y="44923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72065" y="44923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524465" y="46447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04081" y="43149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56481" y="44673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33649" y="44673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86049" y="46197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071809" y="44923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224209" y="46447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01377" y="46447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253777" y="479718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333393" y="44673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485793" y="46197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362961" y="46197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515361" y="477216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94897" y="44241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647297" y="45765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524465" y="45765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676865" y="472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756481" y="43991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908881" y="45515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786049" y="45515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938449" y="470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224209" y="45765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376609" y="472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253777" y="472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406177" y="48813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485793" y="45515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638193" y="470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515361" y="470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7667761" y="48563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989921" y="43422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142321" y="44946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019489" y="44946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171889" y="46470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251505" y="43172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403905" y="44696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281073" y="44696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433473" y="46220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719233" y="44946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871633" y="46470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748801" y="46470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901201" y="479946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980817" y="44696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7133217" y="46220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7010385" y="46220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7162785" y="47744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142321" y="44264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294721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171889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7324289" y="47312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403905" y="44013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556305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433473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585873" y="47061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871633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7024033" y="47312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901201" y="47312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7053601" y="48836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133217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285617" y="47061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162785" y="47061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315185" y="48585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7494897" y="42740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7647297" y="44264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7524465" y="44264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7676865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7756481" y="42489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7908881" y="44013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7786049" y="44013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7938449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224209" y="44264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7376609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7253777" y="45788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406177" y="47312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7485793" y="44013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7638193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7515361" y="45537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7667761" y="470619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7647297" y="43581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7799697" y="45105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676865" y="45105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29265" y="46629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908881" y="43331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8061281" y="44855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938449" y="44855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8090849" y="46379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376609" y="45105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529009" y="46629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406177" y="46629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558577" y="48153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638193" y="44855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7790593" y="46379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7667761" y="46379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7820161" y="479035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7142321" y="42762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7294721" y="44286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1889" y="44286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7324289" y="45810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7403905" y="42512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7556305" y="44036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7433473" y="44036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7585873" y="45560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871633" y="44286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7024033" y="45810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901201" y="45810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7053601" y="47334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7133217" y="44036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7285617" y="45560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7162785" y="45560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7315185" y="470846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7294721" y="43604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7447121" y="45128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7324289" y="45128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7476689" y="46652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7556305" y="43354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7708705" y="44878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7585873" y="44878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7738273" y="46402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7024033" y="45128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7176433" y="46652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7053601" y="46652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7206001" y="48176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7285617" y="44878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7438017" y="46402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315185" y="46402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7467585" y="479262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481249" y="4110244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633649" y="42626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510817" y="42626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663217" y="44150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742833" y="4085220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895233" y="42376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772401" y="42376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924801" y="43900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210561" y="42626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362961" y="44150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240129" y="44150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7392529" y="456744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7472145" y="42376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624545" y="43900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7501713" y="43900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7654113" y="454242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633649" y="41944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7786049" y="43468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7663217" y="43468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815617" y="44992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7895233" y="41693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047633" y="43217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924801" y="43217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8077201" y="44741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362961" y="43468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7515361" y="44992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7392529" y="44992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544929" y="465160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624545" y="43217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776945" y="44741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654113" y="44741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806513" y="4626580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7128673" y="4112516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7281073" y="42649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7158241" y="42649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7310641" y="44173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7390257" y="4087492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542657" y="42398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19825" y="42398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572225" y="43922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6857985" y="42649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010385" y="44173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6887553" y="44173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039953" y="456971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19569" y="42398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7271969" y="43922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7149137" y="43922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7301537" y="454469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7281073" y="41966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7433473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7310641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7463041" y="45014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7542657" y="41716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695057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572225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724625" y="44764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010385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162785" y="45014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039953" y="45014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7192353" y="46538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271969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424369" y="44764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301537" y="44764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453937" y="46288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7633649" y="4044276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7786049" y="41966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7663217" y="41966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7815617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7895233" y="4019252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8047633" y="41716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7924801" y="41716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8077201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7362961" y="41966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7515361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7392529" y="43490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544929" y="450147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624545" y="41716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776945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654113" y="43240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7806513" y="447645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7786049" y="4128436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7938449" y="42808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7815617" y="42808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1" name="Oval 220"/>
          <p:cNvSpPr/>
          <p:nvPr/>
        </p:nvSpPr>
        <p:spPr>
          <a:xfrm>
            <a:off x="7968017" y="44332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2" name="Oval 221"/>
          <p:cNvSpPr/>
          <p:nvPr/>
        </p:nvSpPr>
        <p:spPr>
          <a:xfrm>
            <a:off x="8047633" y="4103412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Oval 222"/>
          <p:cNvSpPr/>
          <p:nvPr/>
        </p:nvSpPr>
        <p:spPr>
          <a:xfrm>
            <a:off x="8200033" y="42558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Oval 223"/>
          <p:cNvSpPr/>
          <p:nvPr/>
        </p:nvSpPr>
        <p:spPr>
          <a:xfrm>
            <a:off x="8077201" y="42558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5" name="Oval 224"/>
          <p:cNvSpPr/>
          <p:nvPr/>
        </p:nvSpPr>
        <p:spPr>
          <a:xfrm>
            <a:off x="8229601" y="44082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Oval 225"/>
          <p:cNvSpPr/>
          <p:nvPr/>
        </p:nvSpPr>
        <p:spPr>
          <a:xfrm>
            <a:off x="7515361" y="42808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Oval 226"/>
          <p:cNvSpPr/>
          <p:nvPr/>
        </p:nvSpPr>
        <p:spPr>
          <a:xfrm>
            <a:off x="7667761" y="44332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Oval 227"/>
          <p:cNvSpPr/>
          <p:nvPr/>
        </p:nvSpPr>
        <p:spPr>
          <a:xfrm>
            <a:off x="7544929" y="44332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9" name="Oval 228"/>
          <p:cNvSpPr/>
          <p:nvPr/>
        </p:nvSpPr>
        <p:spPr>
          <a:xfrm>
            <a:off x="7697329" y="458563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0" name="Oval 229"/>
          <p:cNvSpPr/>
          <p:nvPr/>
        </p:nvSpPr>
        <p:spPr>
          <a:xfrm>
            <a:off x="7776945" y="42558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1" name="Oval 230"/>
          <p:cNvSpPr/>
          <p:nvPr/>
        </p:nvSpPr>
        <p:spPr>
          <a:xfrm>
            <a:off x="7929345" y="44082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2" name="Oval 231"/>
          <p:cNvSpPr/>
          <p:nvPr/>
        </p:nvSpPr>
        <p:spPr>
          <a:xfrm>
            <a:off x="7806513" y="44082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Oval 232"/>
          <p:cNvSpPr/>
          <p:nvPr/>
        </p:nvSpPr>
        <p:spPr>
          <a:xfrm>
            <a:off x="7958913" y="4560612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Oval 233"/>
          <p:cNvSpPr/>
          <p:nvPr/>
        </p:nvSpPr>
        <p:spPr>
          <a:xfrm>
            <a:off x="7281073" y="4046548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5" name="Oval 234"/>
          <p:cNvSpPr/>
          <p:nvPr/>
        </p:nvSpPr>
        <p:spPr>
          <a:xfrm>
            <a:off x="7433473" y="419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Oval 235"/>
          <p:cNvSpPr/>
          <p:nvPr/>
        </p:nvSpPr>
        <p:spPr>
          <a:xfrm>
            <a:off x="7310641" y="419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7463041" y="43513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8" name="Oval 237"/>
          <p:cNvSpPr/>
          <p:nvPr/>
        </p:nvSpPr>
        <p:spPr>
          <a:xfrm>
            <a:off x="7542657" y="4021524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9" name="Oval 238"/>
          <p:cNvSpPr/>
          <p:nvPr/>
        </p:nvSpPr>
        <p:spPr>
          <a:xfrm>
            <a:off x="7695057" y="417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0" name="Oval 239"/>
          <p:cNvSpPr/>
          <p:nvPr/>
        </p:nvSpPr>
        <p:spPr>
          <a:xfrm>
            <a:off x="7572225" y="417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1" name="Oval 240"/>
          <p:cNvSpPr/>
          <p:nvPr/>
        </p:nvSpPr>
        <p:spPr>
          <a:xfrm>
            <a:off x="7724625" y="43263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2" name="Oval 241"/>
          <p:cNvSpPr/>
          <p:nvPr/>
        </p:nvSpPr>
        <p:spPr>
          <a:xfrm>
            <a:off x="7010385" y="41989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3" name="Oval 242"/>
          <p:cNvSpPr/>
          <p:nvPr/>
        </p:nvSpPr>
        <p:spPr>
          <a:xfrm>
            <a:off x="7162785" y="43513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7039953" y="43513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5" name="Oval 244"/>
          <p:cNvSpPr/>
          <p:nvPr/>
        </p:nvSpPr>
        <p:spPr>
          <a:xfrm>
            <a:off x="7192353" y="450374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6" name="Oval 245"/>
          <p:cNvSpPr/>
          <p:nvPr/>
        </p:nvSpPr>
        <p:spPr>
          <a:xfrm>
            <a:off x="7271969" y="41739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7424369" y="43263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7301537" y="43263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9" name="Oval 248"/>
          <p:cNvSpPr/>
          <p:nvPr/>
        </p:nvSpPr>
        <p:spPr>
          <a:xfrm>
            <a:off x="7453937" y="447872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0" name="Oval 249"/>
          <p:cNvSpPr/>
          <p:nvPr/>
        </p:nvSpPr>
        <p:spPr>
          <a:xfrm>
            <a:off x="7433473" y="4130708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1" name="Oval 250"/>
          <p:cNvSpPr/>
          <p:nvPr/>
        </p:nvSpPr>
        <p:spPr>
          <a:xfrm>
            <a:off x="7585873" y="42831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2" name="Oval 251"/>
          <p:cNvSpPr/>
          <p:nvPr/>
        </p:nvSpPr>
        <p:spPr>
          <a:xfrm>
            <a:off x="7463041" y="42831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3" name="Oval 252"/>
          <p:cNvSpPr/>
          <p:nvPr/>
        </p:nvSpPr>
        <p:spPr>
          <a:xfrm>
            <a:off x="7615441" y="44355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4" name="Oval 253"/>
          <p:cNvSpPr/>
          <p:nvPr/>
        </p:nvSpPr>
        <p:spPr>
          <a:xfrm>
            <a:off x="7695057" y="4105684"/>
            <a:ext cx="68238" cy="818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5" name="Oval 254"/>
          <p:cNvSpPr/>
          <p:nvPr/>
        </p:nvSpPr>
        <p:spPr>
          <a:xfrm>
            <a:off x="7847457" y="42580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7724625" y="42580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7" name="Oval 256"/>
          <p:cNvSpPr/>
          <p:nvPr/>
        </p:nvSpPr>
        <p:spPr>
          <a:xfrm>
            <a:off x="7877025" y="44104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8" name="Oval 257"/>
          <p:cNvSpPr/>
          <p:nvPr/>
        </p:nvSpPr>
        <p:spPr>
          <a:xfrm>
            <a:off x="7162785" y="42831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9" name="Oval 258"/>
          <p:cNvSpPr/>
          <p:nvPr/>
        </p:nvSpPr>
        <p:spPr>
          <a:xfrm>
            <a:off x="7315185" y="44355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0" name="Oval 259"/>
          <p:cNvSpPr/>
          <p:nvPr/>
        </p:nvSpPr>
        <p:spPr>
          <a:xfrm>
            <a:off x="7192353" y="44355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1" name="Oval 260"/>
          <p:cNvSpPr/>
          <p:nvPr/>
        </p:nvSpPr>
        <p:spPr>
          <a:xfrm>
            <a:off x="7344753" y="4587908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2" name="Oval 261"/>
          <p:cNvSpPr/>
          <p:nvPr/>
        </p:nvSpPr>
        <p:spPr>
          <a:xfrm>
            <a:off x="7424369" y="42580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3" name="Oval 262"/>
          <p:cNvSpPr/>
          <p:nvPr/>
        </p:nvSpPr>
        <p:spPr>
          <a:xfrm>
            <a:off x="7576769" y="44104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4" name="Oval 263"/>
          <p:cNvSpPr/>
          <p:nvPr/>
        </p:nvSpPr>
        <p:spPr>
          <a:xfrm>
            <a:off x="7453937" y="44104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5" name="Oval 264"/>
          <p:cNvSpPr/>
          <p:nvPr/>
        </p:nvSpPr>
        <p:spPr>
          <a:xfrm>
            <a:off x="7606337" y="4562884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6" name="Oval 265"/>
          <p:cNvSpPr/>
          <p:nvPr/>
        </p:nvSpPr>
        <p:spPr>
          <a:xfrm>
            <a:off x="7494896" y="5529618"/>
            <a:ext cx="122829" cy="136478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7" name="Oval 266"/>
          <p:cNvSpPr/>
          <p:nvPr/>
        </p:nvSpPr>
        <p:spPr>
          <a:xfrm>
            <a:off x="7647296" y="5409058"/>
            <a:ext cx="122829" cy="136478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8" name="Oval 267"/>
          <p:cNvSpPr/>
          <p:nvPr/>
        </p:nvSpPr>
        <p:spPr>
          <a:xfrm>
            <a:off x="655092" y="3794078"/>
            <a:ext cx="122829" cy="136478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9" name="Oval 268"/>
          <p:cNvSpPr/>
          <p:nvPr/>
        </p:nvSpPr>
        <p:spPr>
          <a:xfrm>
            <a:off x="682387" y="4151186"/>
            <a:ext cx="68238" cy="81887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200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2" name="Straight Arrow Connector 271"/>
          <p:cNvCxnSpPr/>
          <p:nvPr/>
        </p:nvCxnSpPr>
        <p:spPr>
          <a:xfrm rot="5400000" flipH="1" flipV="1">
            <a:off x="5923128" y="4162567"/>
            <a:ext cx="600502" cy="573206"/>
          </a:xfrm>
          <a:prstGeom prst="straightConnector1">
            <a:avLst/>
          </a:prstGeom>
          <a:ln>
            <a:solidFill>
              <a:schemeClr val="accent3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CPU% has Log-Normal Distribution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mtClean="0"/>
              <a:t>Log(CPU%) has a normal distribution in any hr</a:t>
            </a:r>
          </a:p>
          <a:p>
            <a:r>
              <a:rPr lang="en-US" smtClean="0"/>
              <a:t>Example:</a:t>
            </a:r>
            <a:endParaRPr lang="en-US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Log(CPU) distribution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mtClean="0"/>
              <a:t>Avg and std of Log(CPU)</a:t>
            </a:r>
            <a:endParaRPr lang="en-US" dirty="0"/>
          </a:p>
        </p:txBody>
      </p:sp>
      <p:pic>
        <p:nvPicPr>
          <p:cNvPr id="6" name="Picture 2" descr="http://www.mathnstuff.com/math/spoken/here/2class/90/statpb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229" y="2251833"/>
            <a:ext cx="3810000" cy="2752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ed Rectangular Callout 6"/>
          <p:cNvSpPr/>
          <p:nvPr/>
        </p:nvSpPr>
        <p:spPr>
          <a:xfrm>
            <a:off x="4790371" y="2374710"/>
            <a:ext cx="1815154" cy="436728"/>
          </a:xfrm>
          <a:prstGeom prst="wedgeRoundRectCallout">
            <a:avLst>
              <a:gd name="adj1" fmla="val 61799"/>
              <a:gd name="adj2" fmla="val 40625"/>
              <a:gd name="adj3" fmla="val 16667"/>
            </a:avLst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US" dirty="0" err="1" smtClean="0"/>
              <a:t>Avg</a:t>
            </a:r>
            <a:r>
              <a:rPr lang="en-US" dirty="0" smtClean="0"/>
              <a:t>( log(CPU))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4148914" y="3125336"/>
            <a:ext cx="4763074" cy="859808"/>
          </a:xfrm>
          <a:prstGeom prst="wedgeRoundRectCallout">
            <a:avLst>
              <a:gd name="adj1" fmla="val 43317"/>
              <a:gd name="adj2" fmla="val 127140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dirty="0" smtClean="0"/>
              <a:t>The probability for CPU in Bin of </a:t>
            </a:r>
          </a:p>
          <a:p>
            <a:pPr algn="ctr"/>
            <a:r>
              <a:rPr lang="en-US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log(CPU) &lt;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Avg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(log(CPU))+3*Std(log(CPU)) </a:t>
            </a:r>
          </a:p>
          <a:p>
            <a:pPr algn="ctr"/>
            <a:r>
              <a:rPr lang="en-US" dirty="0" smtClean="0"/>
              <a:t>is 99.8%</a:t>
            </a:r>
            <a:endParaRPr lang="en-US" sz="20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7096843" y="2429300"/>
            <a:ext cx="1815154" cy="436728"/>
          </a:xfrm>
          <a:prstGeom prst="wedgeRoundRectCallout">
            <a:avLst>
              <a:gd name="adj1" fmla="val -40457"/>
              <a:gd name="adj2" fmla="val 96875"/>
              <a:gd name="adj3" fmla="val 16667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r>
              <a:rPr lang="en-US" dirty="0" err="1" smtClean="0"/>
              <a:t>Stdv</a:t>
            </a:r>
            <a:r>
              <a:rPr lang="en-US" dirty="0" smtClean="0"/>
              <a:t>( log(CPU))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2137" y="3930555"/>
            <a:ext cx="2934269" cy="2347415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Sasha: Please add the distribution graphs you had for RB1 peak hr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RB1 error function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3"/>
          </p:nvPr>
        </p:nvGraphicFramePr>
        <p:xfrm>
          <a:off x="303213" y="1598613"/>
          <a:ext cx="85407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hart 2"/>
          <p:cNvGraphicFramePr/>
          <p:nvPr/>
        </p:nvGraphicFramePr>
        <p:xfrm>
          <a:off x="651017" y="1896063"/>
          <a:ext cx="7410450" cy="425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The probability for CPU in Bin of </a:t>
            </a:r>
            <a:br>
              <a:rPr lang="en-US" dirty="0" smtClean="0"/>
            </a:br>
            <a:r>
              <a:rPr lang="en-US" dirty="0" smtClean="0"/>
              <a:t>log(CPU) &lt; </a:t>
            </a:r>
            <a:r>
              <a:rPr lang="en-US" dirty="0" err="1" smtClean="0"/>
              <a:t>Avg</a:t>
            </a:r>
            <a:r>
              <a:rPr lang="en-US" dirty="0" smtClean="0"/>
              <a:t>(log(CPU))+3*Std(log(CPU)) </a:t>
            </a:r>
            <a:br>
              <a:rPr lang="en-US" dirty="0" smtClean="0"/>
            </a:br>
            <a:r>
              <a:rPr lang="en-US" dirty="0" smtClean="0"/>
              <a:t>is 99.8%</a:t>
            </a:r>
          </a:p>
          <a:p>
            <a:r>
              <a:rPr lang="en-US" dirty="0" smtClean="0"/>
              <a:t>The probability for CPU in Bin of </a:t>
            </a:r>
            <a:br>
              <a:rPr lang="en-US" dirty="0" smtClean="0"/>
            </a:br>
            <a:r>
              <a:rPr lang="en-US" dirty="0" smtClean="0"/>
              <a:t>CPU &lt; exp { </a:t>
            </a:r>
            <a:r>
              <a:rPr lang="en-US" dirty="0" err="1" smtClean="0"/>
              <a:t>Avg</a:t>
            </a:r>
            <a:r>
              <a:rPr lang="en-US" dirty="0" smtClean="0"/>
              <a:t>(log(CPU))+3*Std(log(CPU)) } </a:t>
            </a:r>
            <a:br>
              <a:rPr lang="en-US" dirty="0" smtClean="0"/>
            </a:br>
            <a:r>
              <a:rPr lang="en-US" dirty="0" smtClean="0"/>
              <a:t>is 99.8%</a:t>
            </a:r>
          </a:p>
          <a:p>
            <a:r>
              <a:rPr lang="en-US" dirty="0" smtClean="0"/>
              <a:t>To find </a:t>
            </a:r>
            <a:r>
              <a:rPr lang="en-US" dirty="0" err="1" smtClean="0"/>
              <a:t>Ctop</a:t>
            </a:r>
            <a:r>
              <a:rPr lang="en-US" dirty="0" smtClean="0"/>
              <a:t> we need to predict:</a:t>
            </a:r>
          </a:p>
          <a:p>
            <a:pPr lvl="1"/>
            <a:r>
              <a:rPr lang="en-US" dirty="0" err="1" smtClean="0"/>
              <a:t>Avg</a:t>
            </a:r>
            <a:r>
              <a:rPr lang="en-US" dirty="0" smtClean="0"/>
              <a:t> (log(CPU)) as a function of #events</a:t>
            </a:r>
          </a:p>
          <a:p>
            <a:pPr lvl="1"/>
            <a:r>
              <a:rPr lang="en-US" dirty="0" smtClean="0"/>
              <a:t>Std (log(CPU)) as a function of #events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log(CPU) to CPU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98450" y="5867400"/>
            <a:ext cx="4740275" cy="2762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smtClean="0">
              <a:cs typeface="Arial" charset="0"/>
            </a:endParaRPr>
          </a:p>
        </p:txBody>
      </p:sp>
      <p:sp>
        <p:nvSpPr>
          <p:cNvPr id="20483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298450" y="4070350"/>
            <a:ext cx="4740275" cy="369888"/>
          </a:xfrm>
        </p:spPr>
        <p:txBody>
          <a:bodyPr/>
          <a:lstStyle/>
          <a:p>
            <a:pPr eaLnBrk="1" hangingPunct="1"/>
            <a:endParaRPr smtClean="0">
              <a:cs typeface="Arial" charset="0"/>
            </a:endParaRPr>
          </a:p>
        </p:txBody>
      </p:sp>
      <p:sp>
        <p:nvSpPr>
          <p:cNvPr id="2048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298450" y="4457700"/>
            <a:ext cx="4740275" cy="368300"/>
          </a:xfrm>
        </p:spPr>
        <p:txBody>
          <a:bodyPr/>
          <a:lstStyle/>
          <a:p>
            <a:pPr eaLnBrk="1" hangingPunct="1"/>
            <a:endParaRPr smtClean="0">
              <a:cs typeface="Arial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84163" y="1701800"/>
            <a:ext cx="4754562" cy="149542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Thank You Slide</a:t>
            </a:r>
            <a:br>
              <a:rPr lang="en-US" dirty="0" smtClean="0"/>
            </a:br>
            <a:r>
              <a:rPr lang="en-US" dirty="0" smtClean="0"/>
              <a:t>or Alternative</a:t>
            </a:r>
            <a:br>
              <a:rPr lang="en-US" dirty="0" smtClean="0"/>
            </a:br>
            <a:r>
              <a:rPr lang="en-US" dirty="0" smtClean="0"/>
              <a:t>Title Slide</a:t>
            </a:r>
            <a:endParaRPr lang="en-US" dirty="0"/>
          </a:p>
        </p:txBody>
      </p:sp>
      <p:sp>
        <p:nvSpPr>
          <p:cNvPr id="20486" name="Title 5"/>
          <p:cNvSpPr txBox="1">
            <a:spLocks/>
          </p:cNvSpPr>
          <p:nvPr/>
        </p:nvSpPr>
        <p:spPr bwMode="white">
          <a:xfrm>
            <a:off x="298450" y="1701800"/>
            <a:ext cx="5105400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2400" b="1" dirty="0">
              <a:solidFill>
                <a:srgbClr val="FFF2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mdocs">
  <a:themeElements>
    <a:clrScheme name="Amdocs">
      <a:dk1>
        <a:srgbClr val="000000"/>
      </a:dk1>
      <a:lt1>
        <a:srgbClr val="FFFFFF"/>
      </a:lt1>
      <a:dk2>
        <a:srgbClr val="F8D8CB"/>
      </a:dk2>
      <a:lt2>
        <a:srgbClr val="C6D9F1"/>
      </a:lt2>
      <a:accent1>
        <a:srgbClr val="ED8000"/>
      </a:accent1>
      <a:accent2>
        <a:srgbClr val="5781AE"/>
      </a:accent2>
      <a:accent3>
        <a:srgbClr val="A12830"/>
      </a:accent3>
      <a:accent4>
        <a:srgbClr val="00626D"/>
      </a:accent4>
      <a:accent5>
        <a:srgbClr val="C0D4CD"/>
      </a:accent5>
      <a:accent6>
        <a:srgbClr val="FFF200"/>
      </a:accent6>
      <a:hlink>
        <a:srgbClr val="0033CC"/>
      </a:hlink>
      <a:folHlink>
        <a:srgbClr val="7878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2000" smtClean="0">
            <a:solidFill>
              <a:schemeClr val="tx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800" b="0" kern="1200" smtClean="0">
            <a:solidFill>
              <a:schemeClr val="tx1"/>
            </a:solidFill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Amdocs</Template>
  <TotalTime>616</TotalTime>
  <Words>143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Amdocs</vt:lpstr>
      <vt:lpstr>Capacity Analysis and Trends (CAT) XL November 2010 Analysis</vt:lpstr>
      <vt:lpstr>Objectives</vt:lpstr>
      <vt:lpstr>XL RB Data</vt:lpstr>
      <vt:lpstr>CPU% has Log-Normal Distribution</vt:lpstr>
      <vt:lpstr>RB1 error function</vt:lpstr>
      <vt:lpstr>Slide 6</vt:lpstr>
      <vt:lpstr>From log(CPU) to CPU</vt:lpstr>
      <vt:lpstr>Thank You Slide or Alternative Title Slide</vt:lpstr>
    </vt:vector>
  </TitlesOfParts>
  <Manager>Eric Schaaf</Manager>
  <Company>Amdocs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Analysis and Trends (CAT) XL November 2010 Analysis</dc:title>
  <dc:creator>Gilli Shama</dc:creator>
  <cp:lastModifiedBy>Amdocs</cp:lastModifiedBy>
  <cp:revision>42</cp:revision>
  <dcterms:created xsi:type="dcterms:W3CDTF">2010-12-14T13:13:33Z</dcterms:created>
  <dcterms:modified xsi:type="dcterms:W3CDTF">2011-01-08T17:00:12Z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curityLevel">
    <vt:lpwstr>Level 1 – Confidential</vt:lpwstr>
  </property>
  <property fmtid="{D5CDD505-2E9C-101B-9397-08002B2CF9AE}" pid="3" name="Updated">
    <vt:bool>true</vt:bool>
  </property>
</Properties>
</file>